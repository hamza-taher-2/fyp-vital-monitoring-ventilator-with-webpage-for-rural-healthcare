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8" r:id="rId6"/>
    <p:sldId id="259" r:id="rId7"/>
    <p:sldId id="260" r:id="rId8"/>
    <p:sldId id="261" r:id="rId9"/>
    <p:sldId id="25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59C6CFB-2B83-4E94-AF63-AD7F12F98778}" v="21" dt="2026-03-08T18:43:17.0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11" d="100"/>
          <a:sy n="111" d="100"/>
        </p:scale>
        <p:origin x="59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her, Hamza" userId="584ffbb0-e3fe-498c-9db0-4f8ad55e978a" providerId="ADAL" clId="{4B9100E8-3D3D-4F2E-B373-638333481E3C}"/>
    <pc:docChg chg="undo custSel addSld modSld">
      <pc:chgData name="Taher, Hamza" userId="584ffbb0-e3fe-498c-9db0-4f8ad55e978a" providerId="ADAL" clId="{4B9100E8-3D3D-4F2E-B373-638333481E3C}" dt="2026-03-08T18:45:12.097" v="957" actId="1076"/>
      <pc:docMkLst>
        <pc:docMk/>
      </pc:docMkLst>
      <pc:sldChg chg="addSp modSp mod">
        <pc:chgData name="Taher, Hamza" userId="584ffbb0-e3fe-498c-9db0-4f8ad55e978a" providerId="ADAL" clId="{4B9100E8-3D3D-4F2E-B373-638333481E3C}" dt="2026-02-10T12:57:27.214" v="746" actId="1076"/>
        <pc:sldMkLst>
          <pc:docMk/>
          <pc:sldMk cId="2374812921" sldId="259"/>
        </pc:sldMkLst>
        <pc:spChg chg="mod">
          <ac:chgData name="Taher, Hamza" userId="584ffbb0-e3fe-498c-9db0-4f8ad55e978a" providerId="ADAL" clId="{4B9100E8-3D3D-4F2E-B373-638333481E3C}" dt="2026-02-10T12:57:21.974" v="744" actId="1076"/>
          <ac:spMkLst>
            <pc:docMk/>
            <pc:sldMk cId="2374812921" sldId="259"/>
            <ac:spMk id="9" creationId="{73A09A60-4D27-D797-C29C-280C4E43E597}"/>
          </ac:spMkLst>
        </pc:spChg>
        <pc:spChg chg="mod">
          <ac:chgData name="Taher, Hamza" userId="584ffbb0-e3fe-498c-9db0-4f8ad55e978a" providerId="ADAL" clId="{4B9100E8-3D3D-4F2E-B373-638333481E3C}" dt="2026-02-10T12:56:51.728" v="722" actId="20577"/>
          <ac:spMkLst>
            <pc:docMk/>
            <pc:sldMk cId="2374812921" sldId="259"/>
            <ac:spMk id="13" creationId="{07D32D45-EA93-89C3-21F5-1C1E4AF9AD14}"/>
          </ac:spMkLst>
        </pc:spChg>
        <pc:spChg chg="add mod">
          <ac:chgData name="Taher, Hamza" userId="584ffbb0-e3fe-498c-9db0-4f8ad55e978a" providerId="ADAL" clId="{4B9100E8-3D3D-4F2E-B373-638333481E3C}" dt="2026-02-10T12:56:44.950" v="709" actId="20577"/>
          <ac:spMkLst>
            <pc:docMk/>
            <pc:sldMk cId="2374812921" sldId="259"/>
            <ac:spMk id="14" creationId="{2C137199-67C9-0A91-4992-71956C275149}"/>
          </ac:spMkLst>
        </pc:spChg>
        <pc:spChg chg="mod">
          <ac:chgData name="Taher, Hamza" userId="584ffbb0-e3fe-498c-9db0-4f8ad55e978a" providerId="ADAL" clId="{4B9100E8-3D3D-4F2E-B373-638333481E3C}" dt="2026-02-10T12:57:27.214" v="746" actId="1076"/>
          <ac:spMkLst>
            <pc:docMk/>
            <pc:sldMk cId="2374812921" sldId="259"/>
            <ac:spMk id="15" creationId="{85CFD294-8649-EBE3-A423-A7637956918B}"/>
          </ac:spMkLst>
        </pc:spChg>
      </pc:sldChg>
      <pc:sldChg chg="addSp delSp modSp add mod">
        <pc:chgData name="Taher, Hamza" userId="584ffbb0-e3fe-498c-9db0-4f8ad55e978a" providerId="ADAL" clId="{4B9100E8-3D3D-4F2E-B373-638333481E3C}" dt="2026-02-10T12:30:16.763" v="699" actId="166"/>
        <pc:sldMkLst>
          <pc:docMk/>
          <pc:sldMk cId="173752879" sldId="260"/>
        </pc:sldMkLst>
        <pc:spChg chg="add mod">
          <ac:chgData name="Taher, Hamza" userId="584ffbb0-e3fe-498c-9db0-4f8ad55e978a" providerId="ADAL" clId="{4B9100E8-3D3D-4F2E-B373-638333481E3C}" dt="2026-02-10T12:26:24.914" v="656" actId="1076"/>
          <ac:spMkLst>
            <pc:docMk/>
            <pc:sldMk cId="173752879" sldId="260"/>
            <ac:spMk id="3" creationId="{40867931-BD7C-197B-0B6D-14C1DDD07FDC}"/>
          </ac:spMkLst>
        </pc:spChg>
        <pc:spChg chg="add mod">
          <ac:chgData name="Taher, Hamza" userId="584ffbb0-e3fe-498c-9db0-4f8ad55e978a" providerId="ADAL" clId="{4B9100E8-3D3D-4F2E-B373-638333481E3C}" dt="2026-02-10T12:26:20.225" v="655" actId="1076"/>
          <ac:spMkLst>
            <pc:docMk/>
            <pc:sldMk cId="173752879" sldId="260"/>
            <ac:spMk id="9" creationId="{BC856E8B-3C6D-CBB9-7AB1-04C79EE85F78}"/>
          </ac:spMkLst>
        </pc:spChg>
        <pc:spChg chg="add mod ord">
          <ac:chgData name="Taher, Hamza" userId="584ffbb0-e3fe-498c-9db0-4f8ad55e978a" providerId="ADAL" clId="{4B9100E8-3D3D-4F2E-B373-638333481E3C}" dt="2026-02-10T12:30:16.763" v="699" actId="166"/>
          <ac:spMkLst>
            <pc:docMk/>
            <pc:sldMk cId="173752879" sldId="260"/>
            <ac:spMk id="38" creationId="{FFD71406-D7A0-BD5F-D8F5-BE0607A39662}"/>
          </ac:spMkLst>
        </pc:spChg>
        <pc:spChg chg="add mod">
          <ac:chgData name="Taher, Hamza" userId="584ffbb0-e3fe-498c-9db0-4f8ad55e978a" providerId="ADAL" clId="{4B9100E8-3D3D-4F2E-B373-638333481E3C}" dt="2026-02-10T12:30:08.786" v="698" actId="207"/>
          <ac:spMkLst>
            <pc:docMk/>
            <pc:sldMk cId="173752879" sldId="260"/>
            <ac:spMk id="55" creationId="{48708377-A74A-B9E8-76A2-16B636DB8BEF}"/>
          </ac:spMkLst>
        </pc:spChg>
        <pc:cxnChg chg="add mod">
          <ac:chgData name="Taher, Hamza" userId="584ffbb0-e3fe-498c-9db0-4f8ad55e978a" providerId="ADAL" clId="{4B9100E8-3D3D-4F2E-B373-638333481E3C}" dt="2026-02-10T12:26:24.914" v="656" actId="1076"/>
          <ac:cxnSpMkLst>
            <pc:docMk/>
            <pc:sldMk cId="173752879" sldId="260"/>
            <ac:cxnSpMk id="6" creationId="{CBD84A07-CA94-50D0-98E8-8801D28230C5}"/>
          </ac:cxnSpMkLst>
        </pc:cxnChg>
        <pc:cxnChg chg="add mod">
          <ac:chgData name="Taher, Hamza" userId="584ffbb0-e3fe-498c-9db0-4f8ad55e978a" providerId="ADAL" clId="{4B9100E8-3D3D-4F2E-B373-638333481E3C}" dt="2026-02-10T12:26:41.537" v="661" actId="14100"/>
          <ac:cxnSpMkLst>
            <pc:docMk/>
            <pc:sldMk cId="173752879" sldId="260"/>
            <ac:cxnSpMk id="8" creationId="{D2E05386-96F3-915F-342A-C7B1AD2418D4}"/>
          </ac:cxnSpMkLst>
        </pc:cxnChg>
        <pc:cxnChg chg="add mod">
          <ac:chgData name="Taher, Hamza" userId="584ffbb0-e3fe-498c-9db0-4f8ad55e978a" providerId="ADAL" clId="{4B9100E8-3D3D-4F2E-B373-638333481E3C}" dt="2026-02-10T12:27:48.249" v="675" actId="14100"/>
          <ac:cxnSpMkLst>
            <pc:docMk/>
            <pc:sldMk cId="173752879" sldId="260"/>
            <ac:cxnSpMk id="10" creationId="{598FF84B-A3D8-5607-307E-3521000B7D00}"/>
          </ac:cxnSpMkLst>
        </pc:cxnChg>
        <pc:cxnChg chg="add mod">
          <ac:chgData name="Taher, Hamza" userId="584ffbb0-e3fe-498c-9db0-4f8ad55e978a" providerId="ADAL" clId="{4B9100E8-3D3D-4F2E-B373-638333481E3C}" dt="2026-02-10T12:27:02.937" v="666" actId="14100"/>
          <ac:cxnSpMkLst>
            <pc:docMk/>
            <pc:sldMk cId="173752879" sldId="260"/>
            <ac:cxnSpMk id="12" creationId="{44A5C3A1-71DF-5921-36AD-6B5A70ED6237}"/>
          </ac:cxnSpMkLst>
        </pc:cxnChg>
        <pc:cxnChg chg="add mod">
          <ac:chgData name="Taher, Hamza" userId="584ffbb0-e3fe-498c-9db0-4f8ad55e978a" providerId="ADAL" clId="{4B9100E8-3D3D-4F2E-B373-638333481E3C}" dt="2026-02-10T12:27:00.257" v="665" actId="14100"/>
          <ac:cxnSpMkLst>
            <pc:docMk/>
            <pc:sldMk cId="173752879" sldId="260"/>
            <ac:cxnSpMk id="21" creationId="{F54937E9-AD6E-EA4E-1B30-B25EFF1222BF}"/>
          </ac:cxnSpMkLst>
        </pc:cxnChg>
        <pc:cxnChg chg="add mod">
          <ac:chgData name="Taher, Hamza" userId="584ffbb0-e3fe-498c-9db0-4f8ad55e978a" providerId="ADAL" clId="{4B9100E8-3D3D-4F2E-B373-638333481E3C}" dt="2026-02-10T12:26:55.713" v="664" actId="14100"/>
          <ac:cxnSpMkLst>
            <pc:docMk/>
            <pc:sldMk cId="173752879" sldId="260"/>
            <ac:cxnSpMk id="40" creationId="{B01D5238-3ECD-DB8D-3469-663AB071EE7E}"/>
          </ac:cxnSpMkLst>
        </pc:cxnChg>
        <pc:cxnChg chg="add mod">
          <ac:chgData name="Taher, Hamza" userId="584ffbb0-e3fe-498c-9db0-4f8ad55e978a" providerId="ADAL" clId="{4B9100E8-3D3D-4F2E-B373-638333481E3C}" dt="2026-02-10T12:28:38.641" v="676" actId="14100"/>
          <ac:cxnSpMkLst>
            <pc:docMk/>
            <pc:sldMk cId="173752879" sldId="260"/>
            <ac:cxnSpMk id="56" creationId="{353E6594-9584-D9F1-BAC6-CD0B63669277}"/>
          </ac:cxnSpMkLst>
        </pc:cxnChg>
        <pc:cxnChg chg="add mod">
          <ac:chgData name="Taher, Hamza" userId="584ffbb0-e3fe-498c-9db0-4f8ad55e978a" providerId="ADAL" clId="{4B9100E8-3D3D-4F2E-B373-638333481E3C}" dt="2026-02-10T12:29:05.328" v="679" actId="14100"/>
          <ac:cxnSpMkLst>
            <pc:docMk/>
            <pc:sldMk cId="173752879" sldId="260"/>
            <ac:cxnSpMk id="64" creationId="{4C2C2597-E462-7A6C-1298-372047FE12EB}"/>
          </ac:cxnSpMkLst>
        </pc:cxnChg>
        <pc:cxnChg chg="add mod">
          <ac:chgData name="Taher, Hamza" userId="584ffbb0-e3fe-498c-9db0-4f8ad55e978a" providerId="ADAL" clId="{4B9100E8-3D3D-4F2E-B373-638333481E3C}" dt="2026-02-10T12:27:24.354" v="669" actId="14100"/>
          <ac:cxnSpMkLst>
            <pc:docMk/>
            <pc:sldMk cId="173752879" sldId="260"/>
            <ac:cxnSpMk id="233" creationId="{122376A5-35AB-EC90-84EC-C4BF278585D5}"/>
          </ac:cxnSpMkLst>
        </pc:cxnChg>
        <pc:cxnChg chg="add mod">
          <ac:chgData name="Taher, Hamza" userId="584ffbb0-e3fe-498c-9db0-4f8ad55e978a" providerId="ADAL" clId="{4B9100E8-3D3D-4F2E-B373-638333481E3C}" dt="2026-02-10T12:25:27.595" v="644" actId="14100"/>
          <ac:cxnSpMkLst>
            <pc:docMk/>
            <pc:sldMk cId="173752879" sldId="260"/>
            <ac:cxnSpMk id="236" creationId="{FE113598-7ECE-EEE1-31F0-55906F145C6C}"/>
          </ac:cxnSpMkLst>
        </pc:cxnChg>
        <pc:cxnChg chg="add mod">
          <ac:chgData name="Taher, Hamza" userId="584ffbb0-e3fe-498c-9db0-4f8ad55e978a" providerId="ADAL" clId="{4B9100E8-3D3D-4F2E-B373-638333481E3C}" dt="2026-02-10T12:28:44.729" v="678" actId="14100"/>
          <ac:cxnSpMkLst>
            <pc:docMk/>
            <pc:sldMk cId="173752879" sldId="260"/>
            <ac:cxnSpMk id="242" creationId="{ABDEED08-7B85-E0B1-0DB7-125E60A76424}"/>
          </ac:cxnSpMkLst>
        </pc:cxnChg>
      </pc:sldChg>
      <pc:sldChg chg="addSp delSp modSp add mod">
        <pc:chgData name="Taher, Hamza" userId="584ffbb0-e3fe-498c-9db0-4f8ad55e978a" providerId="ADAL" clId="{4B9100E8-3D3D-4F2E-B373-638333481E3C}" dt="2026-03-08T18:45:12.097" v="957" actId="1076"/>
        <pc:sldMkLst>
          <pc:docMk/>
          <pc:sldMk cId="26192813" sldId="261"/>
        </pc:sldMkLst>
        <pc:spChg chg="mod">
          <ac:chgData name="Taher, Hamza" userId="584ffbb0-e3fe-498c-9db0-4f8ad55e978a" providerId="ADAL" clId="{4B9100E8-3D3D-4F2E-B373-638333481E3C}" dt="2026-03-08T18:45:12.097" v="957" actId="1076"/>
          <ac:spMkLst>
            <pc:docMk/>
            <pc:sldMk cId="26192813" sldId="261"/>
            <ac:spMk id="2" creationId="{537039CE-930B-FE35-5188-CE5F22DBBC2E}"/>
          </ac:spMkLst>
        </pc:spChg>
        <pc:spChg chg="del">
          <ac:chgData name="Taher, Hamza" userId="584ffbb0-e3fe-498c-9db0-4f8ad55e978a" providerId="ADAL" clId="{4B9100E8-3D3D-4F2E-B373-638333481E3C}" dt="2026-03-08T18:32:05.524" v="756" actId="478"/>
          <ac:spMkLst>
            <pc:docMk/>
            <pc:sldMk cId="26192813" sldId="261"/>
            <ac:spMk id="3" creationId="{9EC298B5-01E7-1456-423E-D06E0C354379}"/>
          </ac:spMkLst>
        </pc:spChg>
        <pc:spChg chg="add del mod">
          <ac:chgData name="Taher, Hamza" userId="584ffbb0-e3fe-498c-9db0-4f8ad55e978a" providerId="ADAL" clId="{4B9100E8-3D3D-4F2E-B373-638333481E3C}" dt="2026-03-08T18:32:33.947" v="767" actId="478"/>
          <ac:spMkLst>
            <pc:docMk/>
            <pc:sldMk cId="26192813" sldId="261"/>
            <ac:spMk id="7" creationId="{C9FD353B-22FE-763B-220F-4DE6D142B9ED}"/>
          </ac:spMkLst>
        </pc:spChg>
        <pc:spChg chg="del">
          <ac:chgData name="Taher, Hamza" userId="584ffbb0-e3fe-498c-9db0-4f8ad55e978a" providerId="ADAL" clId="{4B9100E8-3D3D-4F2E-B373-638333481E3C}" dt="2026-03-08T18:32:07.497" v="757" actId="478"/>
          <ac:spMkLst>
            <pc:docMk/>
            <pc:sldMk cId="26192813" sldId="261"/>
            <ac:spMk id="9" creationId="{41A1236C-30DD-0784-1D11-9989A2046BB3}"/>
          </ac:spMkLst>
        </pc:spChg>
        <pc:spChg chg="add del mod">
          <ac:chgData name="Taher, Hamza" userId="584ffbb0-e3fe-498c-9db0-4f8ad55e978a" providerId="ADAL" clId="{4B9100E8-3D3D-4F2E-B373-638333481E3C}" dt="2026-03-08T18:32:33.058" v="766" actId="478"/>
          <ac:spMkLst>
            <pc:docMk/>
            <pc:sldMk cId="26192813" sldId="261"/>
            <ac:spMk id="11" creationId="{F7B51684-6775-B6DE-BAC2-493E73ACE10D}"/>
          </ac:spMkLst>
        </pc:spChg>
        <pc:spChg chg="add del mod">
          <ac:chgData name="Taher, Hamza" userId="584ffbb0-e3fe-498c-9db0-4f8ad55e978a" providerId="ADAL" clId="{4B9100E8-3D3D-4F2E-B373-638333481E3C}" dt="2026-03-08T18:34:19.125" v="829" actId="478"/>
          <ac:spMkLst>
            <pc:docMk/>
            <pc:sldMk cId="26192813" sldId="261"/>
            <ac:spMk id="13" creationId="{AB48593C-7372-F127-CEF6-AC07F93BFA3E}"/>
          </ac:spMkLst>
        </pc:spChg>
        <pc:spChg chg="add mod">
          <ac:chgData name="Taher, Hamza" userId="584ffbb0-e3fe-498c-9db0-4f8ad55e978a" providerId="ADAL" clId="{4B9100E8-3D3D-4F2E-B373-638333481E3C}" dt="2026-03-08T18:38:02.839" v="876" actId="1076"/>
          <ac:spMkLst>
            <pc:docMk/>
            <pc:sldMk cId="26192813" sldId="261"/>
            <ac:spMk id="16" creationId="{07B269B9-7B06-3E78-1852-D0E314B715D2}"/>
          </ac:spMkLst>
        </pc:spChg>
        <pc:spChg chg="add mod">
          <ac:chgData name="Taher, Hamza" userId="584ffbb0-e3fe-498c-9db0-4f8ad55e978a" providerId="ADAL" clId="{4B9100E8-3D3D-4F2E-B373-638333481E3C}" dt="2026-03-08T18:44:05.329" v="946" actId="1076"/>
          <ac:spMkLst>
            <pc:docMk/>
            <pc:sldMk cId="26192813" sldId="261"/>
            <ac:spMk id="17" creationId="{18786C1F-E47C-2ED8-7F92-2C0D943B63AC}"/>
          </ac:spMkLst>
        </pc:spChg>
        <pc:spChg chg="add mod">
          <ac:chgData name="Taher, Hamza" userId="584ffbb0-e3fe-498c-9db0-4f8ad55e978a" providerId="ADAL" clId="{4B9100E8-3D3D-4F2E-B373-638333481E3C}" dt="2026-03-08T18:44:05.329" v="946" actId="1076"/>
          <ac:spMkLst>
            <pc:docMk/>
            <pc:sldMk cId="26192813" sldId="261"/>
            <ac:spMk id="18" creationId="{DB71B808-2141-A2E8-A7CE-E976671EC627}"/>
          </ac:spMkLst>
        </pc:spChg>
        <pc:spChg chg="add mod">
          <ac:chgData name="Taher, Hamza" userId="584ffbb0-e3fe-498c-9db0-4f8ad55e978a" providerId="ADAL" clId="{4B9100E8-3D3D-4F2E-B373-638333481E3C}" dt="2026-03-08T18:44:05.329" v="946" actId="1076"/>
          <ac:spMkLst>
            <pc:docMk/>
            <pc:sldMk cId="26192813" sldId="261"/>
            <ac:spMk id="19" creationId="{7A41D7A1-5578-08FC-3B44-5F8862504F90}"/>
          </ac:spMkLst>
        </pc:spChg>
        <pc:spChg chg="del">
          <ac:chgData name="Taher, Hamza" userId="584ffbb0-e3fe-498c-9db0-4f8ad55e978a" providerId="ADAL" clId="{4B9100E8-3D3D-4F2E-B373-638333481E3C}" dt="2026-03-08T18:33:11.315" v="777" actId="478"/>
          <ac:spMkLst>
            <pc:docMk/>
            <pc:sldMk cId="26192813" sldId="261"/>
            <ac:spMk id="22" creationId="{D9520862-0D88-A720-E64D-0980DF8DA73D}"/>
          </ac:spMkLst>
        </pc:spChg>
        <pc:spChg chg="mod">
          <ac:chgData name="Taher, Hamza" userId="584ffbb0-e3fe-498c-9db0-4f8ad55e978a" providerId="ADAL" clId="{4B9100E8-3D3D-4F2E-B373-638333481E3C}" dt="2026-03-08T18:35:16.916" v="841" actId="1076"/>
          <ac:spMkLst>
            <pc:docMk/>
            <pc:sldMk cId="26192813" sldId="261"/>
            <ac:spMk id="34" creationId="{D9681339-C1B6-C3B6-6B66-101FBA2A48F9}"/>
          </ac:spMkLst>
        </pc:spChg>
        <pc:spChg chg="del">
          <ac:chgData name="Taher, Hamza" userId="584ffbb0-e3fe-498c-9db0-4f8ad55e978a" providerId="ADAL" clId="{4B9100E8-3D3D-4F2E-B373-638333481E3C}" dt="2026-03-08T18:32:05.524" v="756" actId="478"/>
          <ac:spMkLst>
            <pc:docMk/>
            <pc:sldMk cId="26192813" sldId="261"/>
            <ac:spMk id="35" creationId="{BCDB9774-9FC5-AB4D-3530-90264687EDBD}"/>
          </ac:spMkLst>
        </pc:spChg>
        <pc:spChg chg="del">
          <ac:chgData name="Taher, Hamza" userId="584ffbb0-e3fe-498c-9db0-4f8ad55e978a" providerId="ADAL" clId="{4B9100E8-3D3D-4F2E-B373-638333481E3C}" dt="2026-03-08T18:32:05.524" v="756" actId="478"/>
          <ac:spMkLst>
            <pc:docMk/>
            <pc:sldMk cId="26192813" sldId="261"/>
            <ac:spMk id="36" creationId="{FF52236D-A9D4-6B35-9DD2-040E38E71D46}"/>
          </ac:spMkLst>
        </pc:spChg>
        <pc:spChg chg="mod">
          <ac:chgData name="Taher, Hamza" userId="584ffbb0-e3fe-498c-9db0-4f8ad55e978a" providerId="ADAL" clId="{4B9100E8-3D3D-4F2E-B373-638333481E3C}" dt="2026-03-08T18:35:34.868" v="845" actId="1076"/>
          <ac:spMkLst>
            <pc:docMk/>
            <pc:sldMk cId="26192813" sldId="261"/>
            <ac:spMk id="37" creationId="{17457FD2-6FCA-C5CB-2484-D9AF2363A808}"/>
          </ac:spMkLst>
        </pc:spChg>
        <pc:spChg chg="del mod">
          <ac:chgData name="Taher, Hamza" userId="584ffbb0-e3fe-498c-9db0-4f8ad55e978a" providerId="ADAL" clId="{4B9100E8-3D3D-4F2E-B373-638333481E3C}" dt="2026-03-08T18:32:25.195" v="761" actId="478"/>
          <ac:spMkLst>
            <pc:docMk/>
            <pc:sldMk cId="26192813" sldId="261"/>
            <ac:spMk id="38" creationId="{02339520-AB95-89BF-3F40-C46FCD914659}"/>
          </ac:spMkLst>
        </pc:spChg>
        <pc:spChg chg="del">
          <ac:chgData name="Taher, Hamza" userId="584ffbb0-e3fe-498c-9db0-4f8ad55e978a" providerId="ADAL" clId="{4B9100E8-3D3D-4F2E-B373-638333481E3C}" dt="2026-03-08T18:33:09.177" v="774" actId="478"/>
          <ac:spMkLst>
            <pc:docMk/>
            <pc:sldMk cId="26192813" sldId="261"/>
            <ac:spMk id="39" creationId="{CF04818A-6604-FD95-0DF1-4E5BB322C77A}"/>
          </ac:spMkLst>
        </pc:spChg>
        <pc:spChg chg="add mod">
          <ac:chgData name="Taher, Hamza" userId="584ffbb0-e3fe-498c-9db0-4f8ad55e978a" providerId="ADAL" clId="{4B9100E8-3D3D-4F2E-B373-638333481E3C}" dt="2026-03-08T18:35:53.036" v="850" actId="1076"/>
          <ac:spMkLst>
            <pc:docMk/>
            <pc:sldMk cId="26192813" sldId="261"/>
            <ac:spMk id="42" creationId="{5C58F9B8-912A-12D3-C7F3-30DFF267FB9F}"/>
          </ac:spMkLst>
        </pc:spChg>
        <pc:spChg chg="add mod">
          <ac:chgData name="Taher, Hamza" userId="584ffbb0-e3fe-498c-9db0-4f8ad55e978a" providerId="ADAL" clId="{4B9100E8-3D3D-4F2E-B373-638333481E3C}" dt="2026-03-08T18:37:54.558" v="873" actId="1076"/>
          <ac:spMkLst>
            <pc:docMk/>
            <pc:sldMk cId="26192813" sldId="261"/>
            <ac:spMk id="54" creationId="{0081F9E0-B26F-82A3-5725-553A3339B027}"/>
          </ac:spMkLst>
        </pc:spChg>
        <pc:spChg chg="del">
          <ac:chgData name="Taher, Hamza" userId="584ffbb0-e3fe-498c-9db0-4f8ad55e978a" providerId="ADAL" clId="{4B9100E8-3D3D-4F2E-B373-638333481E3C}" dt="2026-03-08T18:32:59.780" v="770" actId="478"/>
          <ac:spMkLst>
            <pc:docMk/>
            <pc:sldMk cId="26192813" sldId="261"/>
            <ac:spMk id="55" creationId="{8F907CD1-6478-47E1-9CA1-49755EDB70BA}"/>
          </ac:spMkLst>
        </pc:spChg>
        <pc:spChg chg="add mod">
          <ac:chgData name="Taher, Hamza" userId="584ffbb0-e3fe-498c-9db0-4f8ad55e978a" providerId="ADAL" clId="{4B9100E8-3D3D-4F2E-B373-638333481E3C}" dt="2026-03-08T18:44:05.329" v="946" actId="1076"/>
          <ac:spMkLst>
            <pc:docMk/>
            <pc:sldMk cId="26192813" sldId="261"/>
            <ac:spMk id="78" creationId="{4E3BB9EA-2FF6-1D96-93A7-E54D57CC26FC}"/>
          </ac:spMkLst>
        </pc:spChg>
        <pc:spChg chg="del">
          <ac:chgData name="Taher, Hamza" userId="584ffbb0-e3fe-498c-9db0-4f8ad55e978a" providerId="ADAL" clId="{4B9100E8-3D3D-4F2E-B373-638333481E3C}" dt="2026-03-08T18:32:05.524" v="756" actId="478"/>
          <ac:spMkLst>
            <pc:docMk/>
            <pc:sldMk cId="26192813" sldId="261"/>
            <ac:spMk id="181" creationId="{715E9A08-9996-856F-4FF8-6F03A6A87ADC}"/>
          </ac:spMkLst>
        </pc:spChg>
        <pc:spChg chg="del">
          <ac:chgData name="Taher, Hamza" userId="584ffbb0-e3fe-498c-9db0-4f8ad55e978a" providerId="ADAL" clId="{4B9100E8-3D3D-4F2E-B373-638333481E3C}" dt="2026-03-08T18:32:05.524" v="756" actId="478"/>
          <ac:spMkLst>
            <pc:docMk/>
            <pc:sldMk cId="26192813" sldId="261"/>
            <ac:spMk id="182" creationId="{AECD01C7-5449-543F-22F9-82B5447BF9B8}"/>
          </ac:spMkLst>
        </pc:spChg>
        <pc:picChg chg="mod">
          <ac:chgData name="Taher, Hamza" userId="584ffbb0-e3fe-498c-9db0-4f8ad55e978a" providerId="ADAL" clId="{4B9100E8-3D3D-4F2E-B373-638333481E3C}" dt="2026-03-08T18:33:21.970" v="781" actId="1076"/>
          <ac:picMkLst>
            <pc:docMk/>
            <pc:sldMk cId="26192813" sldId="261"/>
            <ac:picMk id="4" creationId="{831F975F-DBE6-4177-06F6-C76EDE8FE889}"/>
          </ac:picMkLst>
        </pc:picChg>
        <pc:cxnChg chg="del mod">
          <ac:chgData name="Taher, Hamza" userId="584ffbb0-e3fe-498c-9db0-4f8ad55e978a" providerId="ADAL" clId="{4B9100E8-3D3D-4F2E-B373-638333481E3C}" dt="2026-03-08T18:32:05.524" v="756" actId="478"/>
          <ac:cxnSpMkLst>
            <pc:docMk/>
            <pc:sldMk cId="26192813" sldId="261"/>
            <ac:cxnSpMk id="6" creationId="{389CD23A-E122-A6E9-71BC-A217BB32EC51}"/>
          </ac:cxnSpMkLst>
        </pc:cxnChg>
        <pc:cxnChg chg="del mod">
          <ac:chgData name="Taher, Hamza" userId="584ffbb0-e3fe-498c-9db0-4f8ad55e978a" providerId="ADAL" clId="{4B9100E8-3D3D-4F2E-B373-638333481E3C}" dt="2026-03-08T18:32:05.524" v="756" actId="478"/>
          <ac:cxnSpMkLst>
            <pc:docMk/>
            <pc:sldMk cId="26192813" sldId="261"/>
            <ac:cxnSpMk id="10" creationId="{7840769B-9828-A3EA-77BC-EF834FA6EBEC}"/>
          </ac:cxnSpMkLst>
        </pc:cxnChg>
        <pc:cxnChg chg="add del mod">
          <ac:chgData name="Taher, Hamza" userId="584ffbb0-e3fe-498c-9db0-4f8ad55e978a" providerId="ADAL" clId="{4B9100E8-3D3D-4F2E-B373-638333481E3C}" dt="2026-03-08T18:34:17.604" v="828" actId="478"/>
          <ac:cxnSpMkLst>
            <pc:docMk/>
            <pc:sldMk cId="26192813" sldId="261"/>
            <ac:cxnSpMk id="14" creationId="{DBF4EFBD-6D31-C05B-3A88-3B6D9DF95AC8}"/>
          </ac:cxnSpMkLst>
        </pc:cxnChg>
        <pc:cxnChg chg="add del mod">
          <ac:chgData name="Taher, Hamza" userId="584ffbb0-e3fe-498c-9db0-4f8ad55e978a" providerId="ADAL" clId="{4B9100E8-3D3D-4F2E-B373-638333481E3C}" dt="2026-03-08T18:34:19.796" v="830" actId="478"/>
          <ac:cxnSpMkLst>
            <pc:docMk/>
            <pc:sldMk cId="26192813" sldId="261"/>
            <ac:cxnSpMk id="15" creationId="{87959877-C91C-6813-E23D-E1201671FF0B}"/>
          </ac:cxnSpMkLst>
        </pc:cxnChg>
        <pc:cxnChg chg="add mod">
          <ac:chgData name="Taher, Hamza" userId="584ffbb0-e3fe-498c-9db0-4f8ad55e978a" providerId="ADAL" clId="{4B9100E8-3D3D-4F2E-B373-638333481E3C}" dt="2026-03-08T18:39:20.046" v="893" actId="14100"/>
          <ac:cxnSpMkLst>
            <pc:docMk/>
            <pc:sldMk cId="26192813" sldId="261"/>
            <ac:cxnSpMk id="26" creationId="{2270DBA3-A290-51F2-E218-A67F98F9DA90}"/>
          </ac:cxnSpMkLst>
        </pc:cxnChg>
        <pc:cxnChg chg="add mod">
          <ac:chgData name="Taher, Hamza" userId="584ffbb0-e3fe-498c-9db0-4f8ad55e978a" providerId="ADAL" clId="{4B9100E8-3D3D-4F2E-B373-638333481E3C}" dt="2026-03-08T18:35:44.292" v="847" actId="14100"/>
          <ac:cxnSpMkLst>
            <pc:docMk/>
            <pc:sldMk cId="26192813" sldId="261"/>
            <ac:cxnSpMk id="27" creationId="{79007A78-69D6-6B84-D230-33D3135C3264}"/>
          </ac:cxnSpMkLst>
        </pc:cxnChg>
        <pc:cxnChg chg="add mod">
          <ac:chgData name="Taher, Hamza" userId="584ffbb0-e3fe-498c-9db0-4f8ad55e978a" providerId="ADAL" clId="{4B9100E8-3D3D-4F2E-B373-638333481E3C}" dt="2026-03-08T18:35:57.372" v="852" actId="1076"/>
          <ac:cxnSpMkLst>
            <pc:docMk/>
            <pc:sldMk cId="26192813" sldId="261"/>
            <ac:cxnSpMk id="43" creationId="{7227BC87-B1F0-D630-E425-86D59E833E4F}"/>
          </ac:cxnSpMkLst>
        </pc:cxnChg>
        <pc:cxnChg chg="add mod">
          <ac:chgData name="Taher, Hamza" userId="584ffbb0-e3fe-498c-9db0-4f8ad55e978a" providerId="ADAL" clId="{4B9100E8-3D3D-4F2E-B373-638333481E3C}" dt="2026-03-08T18:38:02.839" v="876" actId="1076"/>
          <ac:cxnSpMkLst>
            <pc:docMk/>
            <pc:sldMk cId="26192813" sldId="261"/>
            <ac:cxnSpMk id="45" creationId="{8FCD4787-E094-DBCF-42FF-E8AF7CF98753}"/>
          </ac:cxnSpMkLst>
        </pc:cxnChg>
        <pc:cxnChg chg="add del">
          <ac:chgData name="Taher, Hamza" userId="584ffbb0-e3fe-498c-9db0-4f8ad55e978a" providerId="ADAL" clId="{4B9100E8-3D3D-4F2E-B373-638333481E3C}" dt="2026-03-08T18:36:35.220" v="860" actId="478"/>
          <ac:cxnSpMkLst>
            <pc:docMk/>
            <pc:sldMk cId="26192813" sldId="261"/>
            <ac:cxnSpMk id="49" creationId="{572972D9-9F22-601F-537A-9B2D73B204F6}"/>
          </ac:cxnSpMkLst>
        </pc:cxnChg>
        <pc:cxnChg chg="del mod">
          <ac:chgData name="Taher, Hamza" userId="584ffbb0-e3fe-498c-9db0-4f8ad55e978a" providerId="ADAL" clId="{4B9100E8-3D3D-4F2E-B373-638333481E3C}" dt="2026-03-08T18:33:12.979" v="779" actId="478"/>
          <ac:cxnSpMkLst>
            <pc:docMk/>
            <pc:sldMk cId="26192813" sldId="261"/>
            <ac:cxnSpMk id="50" creationId="{540638F6-FFA0-6729-9874-B880F5F722F3}"/>
          </ac:cxnSpMkLst>
        </pc:cxnChg>
        <pc:cxnChg chg="add mod">
          <ac:chgData name="Taher, Hamza" userId="584ffbb0-e3fe-498c-9db0-4f8ad55e978a" providerId="ADAL" clId="{4B9100E8-3D3D-4F2E-B373-638333481E3C}" dt="2026-03-08T18:38:38.537" v="885" actId="208"/>
          <ac:cxnSpMkLst>
            <pc:docMk/>
            <pc:sldMk cId="26192813" sldId="261"/>
            <ac:cxnSpMk id="52" creationId="{831EB59C-7C64-8436-7166-D3F306BCFF1D}"/>
          </ac:cxnSpMkLst>
        </pc:cxnChg>
        <pc:cxnChg chg="add mod">
          <ac:chgData name="Taher, Hamza" userId="584ffbb0-e3fe-498c-9db0-4f8ad55e978a" providerId="ADAL" clId="{4B9100E8-3D3D-4F2E-B373-638333481E3C}" dt="2026-03-08T18:38:12.461" v="879" actId="14100"/>
          <ac:cxnSpMkLst>
            <pc:docMk/>
            <pc:sldMk cId="26192813" sldId="261"/>
            <ac:cxnSpMk id="60" creationId="{E413F5FF-B9FF-5717-50B2-59A0AF1A8302}"/>
          </ac:cxnSpMkLst>
        </pc:cxnChg>
        <pc:cxnChg chg="add mod">
          <ac:chgData name="Taher, Hamza" userId="584ffbb0-e3fe-498c-9db0-4f8ad55e978a" providerId="ADAL" clId="{4B9100E8-3D3D-4F2E-B373-638333481E3C}" dt="2026-03-08T18:38:22.127" v="883" actId="14100"/>
          <ac:cxnSpMkLst>
            <pc:docMk/>
            <pc:sldMk cId="26192813" sldId="261"/>
            <ac:cxnSpMk id="63" creationId="{A52C95EB-186D-EC35-6D2D-B8DB5905EF0F}"/>
          </ac:cxnSpMkLst>
        </pc:cxnChg>
        <pc:cxnChg chg="del mod">
          <ac:chgData name="Taher, Hamza" userId="584ffbb0-e3fe-498c-9db0-4f8ad55e978a" providerId="ADAL" clId="{4B9100E8-3D3D-4F2E-B373-638333481E3C}" dt="2026-03-08T18:36:33.683" v="859" actId="478"/>
          <ac:cxnSpMkLst>
            <pc:docMk/>
            <pc:sldMk cId="26192813" sldId="261"/>
            <ac:cxnSpMk id="64" creationId="{2537D22F-ABB6-DA8F-4011-EE461DF3AF3E}"/>
          </ac:cxnSpMkLst>
        </pc:cxnChg>
        <pc:cxnChg chg="add mod">
          <ac:chgData name="Taher, Hamza" userId="584ffbb0-e3fe-498c-9db0-4f8ad55e978a" providerId="ADAL" clId="{4B9100E8-3D3D-4F2E-B373-638333481E3C}" dt="2026-03-08T18:39:11.966" v="892" actId="208"/>
          <ac:cxnSpMkLst>
            <pc:docMk/>
            <pc:sldMk cId="26192813" sldId="261"/>
            <ac:cxnSpMk id="69" creationId="{2704237D-CB39-9E59-65AC-8152D79BB228}"/>
          </ac:cxnSpMkLst>
        </pc:cxnChg>
        <pc:cxnChg chg="del mod">
          <ac:chgData name="Taher, Hamza" userId="584ffbb0-e3fe-498c-9db0-4f8ad55e978a" providerId="ADAL" clId="{4B9100E8-3D3D-4F2E-B373-638333481E3C}" dt="2026-03-08T18:34:26.123" v="832" actId="478"/>
          <ac:cxnSpMkLst>
            <pc:docMk/>
            <pc:sldMk cId="26192813" sldId="261"/>
            <ac:cxnSpMk id="71" creationId="{04152026-0194-4072-75EC-F7728D7FD4B2}"/>
          </ac:cxnSpMkLst>
        </pc:cxnChg>
        <pc:cxnChg chg="add mod">
          <ac:chgData name="Taher, Hamza" userId="584ffbb0-e3fe-498c-9db0-4f8ad55e978a" providerId="ADAL" clId="{4B9100E8-3D3D-4F2E-B373-638333481E3C}" dt="2026-03-08T18:39:05.097" v="891" actId="208"/>
          <ac:cxnSpMkLst>
            <pc:docMk/>
            <pc:sldMk cId="26192813" sldId="261"/>
            <ac:cxnSpMk id="72" creationId="{84C453E8-E90C-53D7-C451-2CDB855101D2}"/>
          </ac:cxnSpMkLst>
        </pc:cxnChg>
        <pc:cxnChg chg="del mod">
          <ac:chgData name="Taher, Hamza" userId="584ffbb0-e3fe-498c-9db0-4f8ad55e978a" providerId="ADAL" clId="{4B9100E8-3D3D-4F2E-B373-638333481E3C}" dt="2026-03-08T18:33:12.241" v="778" actId="478"/>
          <ac:cxnSpMkLst>
            <pc:docMk/>
            <pc:sldMk cId="26192813" sldId="261"/>
            <ac:cxnSpMk id="74" creationId="{DF9A104B-9830-E189-544E-8A96553694C6}"/>
          </ac:cxnSpMkLst>
        </pc:cxnChg>
        <pc:cxnChg chg="del mod">
          <ac:chgData name="Taher, Hamza" userId="584ffbb0-e3fe-498c-9db0-4f8ad55e978a" providerId="ADAL" clId="{4B9100E8-3D3D-4F2E-B373-638333481E3C}" dt="2026-03-08T18:33:08.306" v="773" actId="478"/>
          <ac:cxnSpMkLst>
            <pc:docMk/>
            <pc:sldMk cId="26192813" sldId="261"/>
            <ac:cxnSpMk id="77" creationId="{89A6289D-E165-A119-87CD-E4E61BD3963C}"/>
          </ac:cxnSpMkLst>
        </pc:cxnChg>
        <pc:cxnChg chg="del">
          <ac:chgData name="Taher, Hamza" userId="584ffbb0-e3fe-498c-9db0-4f8ad55e978a" providerId="ADAL" clId="{4B9100E8-3D3D-4F2E-B373-638333481E3C}" dt="2026-03-08T18:33:07.146" v="772" actId="478"/>
          <ac:cxnSpMkLst>
            <pc:docMk/>
            <pc:sldMk cId="26192813" sldId="261"/>
            <ac:cxnSpMk id="80" creationId="{D9B29470-E86B-8DE0-B431-6E1FD3B4DEBD}"/>
          </ac:cxnSpMkLst>
        </pc:cxnChg>
        <pc:cxnChg chg="add mod">
          <ac:chgData name="Taher, Hamza" userId="584ffbb0-e3fe-498c-9db0-4f8ad55e978a" providerId="ADAL" clId="{4B9100E8-3D3D-4F2E-B373-638333481E3C}" dt="2026-03-08T18:44:05.329" v="946" actId="1076"/>
          <ac:cxnSpMkLst>
            <pc:docMk/>
            <pc:sldMk cId="26192813" sldId="261"/>
            <ac:cxnSpMk id="81" creationId="{0B1B2AC9-32CB-9C6F-FD2B-8B96E9177804}"/>
          </ac:cxnSpMkLst>
        </pc:cxnChg>
        <pc:cxnChg chg="del mod">
          <ac:chgData name="Taher, Hamza" userId="584ffbb0-e3fe-498c-9db0-4f8ad55e978a" providerId="ADAL" clId="{4B9100E8-3D3D-4F2E-B373-638333481E3C}" dt="2026-03-08T18:32:25.930" v="762" actId="478"/>
          <ac:cxnSpMkLst>
            <pc:docMk/>
            <pc:sldMk cId="26192813" sldId="261"/>
            <ac:cxnSpMk id="82" creationId="{0486452B-24A2-328F-2111-8A7F1B5E1B26}"/>
          </ac:cxnSpMkLst>
        </pc:cxnChg>
        <pc:cxnChg chg="add mod">
          <ac:chgData name="Taher, Hamza" userId="584ffbb0-e3fe-498c-9db0-4f8ad55e978a" providerId="ADAL" clId="{4B9100E8-3D3D-4F2E-B373-638333481E3C}" dt="2026-03-08T18:44:05.329" v="946" actId="1076"/>
          <ac:cxnSpMkLst>
            <pc:docMk/>
            <pc:sldMk cId="26192813" sldId="261"/>
            <ac:cxnSpMk id="84" creationId="{654732C0-5CF0-5EB2-2346-44613381F04B}"/>
          </ac:cxnSpMkLst>
        </pc:cxnChg>
        <pc:cxnChg chg="add mod">
          <ac:chgData name="Taher, Hamza" userId="584ffbb0-e3fe-498c-9db0-4f8ad55e978a" providerId="ADAL" clId="{4B9100E8-3D3D-4F2E-B373-638333481E3C}" dt="2026-03-08T18:44:05.329" v="946" actId="1076"/>
          <ac:cxnSpMkLst>
            <pc:docMk/>
            <pc:sldMk cId="26192813" sldId="261"/>
            <ac:cxnSpMk id="86" creationId="{AFC88A11-22FA-A367-A53F-DF5BC9ABD652}"/>
          </ac:cxnSpMkLst>
        </pc:cxnChg>
        <pc:cxnChg chg="add del mod">
          <ac:chgData name="Taher, Hamza" userId="584ffbb0-e3fe-498c-9db0-4f8ad55e978a" providerId="ADAL" clId="{4B9100E8-3D3D-4F2E-B373-638333481E3C}" dt="2026-03-08T18:43:14.183" v="934" actId="478"/>
          <ac:cxnSpMkLst>
            <pc:docMk/>
            <pc:sldMk cId="26192813" sldId="261"/>
            <ac:cxnSpMk id="89" creationId="{4EAA543F-5F2C-E4AE-A6A7-B829388B2FB5}"/>
          </ac:cxnSpMkLst>
        </pc:cxnChg>
        <pc:cxnChg chg="add mod">
          <ac:chgData name="Taher, Hamza" userId="584ffbb0-e3fe-498c-9db0-4f8ad55e978a" providerId="ADAL" clId="{4B9100E8-3D3D-4F2E-B373-638333481E3C}" dt="2026-03-08T18:44:12.248" v="948" actId="14100"/>
          <ac:cxnSpMkLst>
            <pc:docMk/>
            <pc:sldMk cId="26192813" sldId="261"/>
            <ac:cxnSpMk id="90" creationId="{03340BE0-5724-3122-1175-EE869B6A6CE6}"/>
          </ac:cxnSpMkLst>
        </pc:cxnChg>
        <pc:cxnChg chg="mod">
          <ac:chgData name="Taher, Hamza" userId="584ffbb0-e3fe-498c-9db0-4f8ad55e978a" providerId="ADAL" clId="{4B9100E8-3D3D-4F2E-B373-638333481E3C}" dt="2026-03-08T18:37:58.230" v="874" actId="14100"/>
          <ac:cxnSpMkLst>
            <pc:docMk/>
            <pc:sldMk cId="26192813" sldId="261"/>
            <ac:cxnSpMk id="91" creationId="{FAAE7D92-2806-7F75-1B81-82162BD60AC6}"/>
          </ac:cxnSpMkLst>
        </pc:cxnChg>
        <pc:cxnChg chg="add mod">
          <ac:chgData name="Taher, Hamza" userId="584ffbb0-e3fe-498c-9db0-4f8ad55e978a" providerId="ADAL" clId="{4B9100E8-3D3D-4F2E-B373-638333481E3C}" dt="2026-03-08T18:44:15.905" v="949" actId="14100"/>
          <ac:cxnSpMkLst>
            <pc:docMk/>
            <pc:sldMk cId="26192813" sldId="261"/>
            <ac:cxnSpMk id="92" creationId="{BF6FE0A7-C6AA-ADF6-2696-3AD19D4F854C}"/>
          </ac:cxnSpMkLst>
        </pc:cxnChg>
        <pc:cxnChg chg="mod">
          <ac:chgData name="Taher, Hamza" userId="584ffbb0-e3fe-498c-9db0-4f8ad55e978a" providerId="ADAL" clId="{4B9100E8-3D3D-4F2E-B373-638333481E3C}" dt="2026-03-08T18:35:48.565" v="848" actId="14100"/>
          <ac:cxnSpMkLst>
            <pc:docMk/>
            <pc:sldMk cId="26192813" sldId="261"/>
            <ac:cxnSpMk id="93" creationId="{43F413AF-652C-E9E8-D20C-8489CA382D80}"/>
          </ac:cxnSpMkLst>
        </pc:cxnChg>
        <pc:cxnChg chg="del mod">
          <ac:chgData name="Taher, Hamza" userId="584ffbb0-e3fe-498c-9db0-4f8ad55e978a" providerId="ADAL" clId="{4B9100E8-3D3D-4F2E-B373-638333481E3C}" dt="2026-03-08T18:33:10.441" v="776" actId="478"/>
          <ac:cxnSpMkLst>
            <pc:docMk/>
            <pc:sldMk cId="26192813" sldId="261"/>
            <ac:cxnSpMk id="124" creationId="{801D767E-3D85-8405-1C44-A3B80E1A9FF1}"/>
          </ac:cxnSpMkLst>
        </pc:cxnChg>
        <pc:cxnChg chg="del mod">
          <ac:chgData name="Taher, Hamza" userId="584ffbb0-e3fe-498c-9db0-4f8ad55e978a" providerId="ADAL" clId="{4B9100E8-3D3D-4F2E-B373-638333481E3C}" dt="2026-03-08T18:33:09.817" v="775" actId="478"/>
          <ac:cxnSpMkLst>
            <pc:docMk/>
            <pc:sldMk cId="26192813" sldId="261"/>
            <ac:cxnSpMk id="126" creationId="{547873B1-CA5F-17E1-1BFE-8528678C73A4}"/>
          </ac:cxnSpMkLst>
        </pc:cxnChg>
        <pc:cxnChg chg="del mod">
          <ac:chgData name="Taher, Hamza" userId="584ffbb0-e3fe-498c-9db0-4f8ad55e978a" providerId="ADAL" clId="{4B9100E8-3D3D-4F2E-B373-638333481E3C}" dt="2026-03-08T18:32:23.842" v="760" actId="478"/>
          <ac:cxnSpMkLst>
            <pc:docMk/>
            <pc:sldMk cId="26192813" sldId="261"/>
            <ac:cxnSpMk id="129" creationId="{3C84A83F-F776-E535-8646-1BAE89B2BD3D}"/>
          </ac:cxnSpMkLst>
        </pc:cxnChg>
        <pc:cxnChg chg="del mod">
          <ac:chgData name="Taher, Hamza" userId="584ffbb0-e3fe-498c-9db0-4f8ad55e978a" providerId="ADAL" clId="{4B9100E8-3D3D-4F2E-B373-638333481E3C}" dt="2026-03-08T18:32:28.227" v="763" actId="478"/>
          <ac:cxnSpMkLst>
            <pc:docMk/>
            <pc:sldMk cId="26192813" sldId="261"/>
            <ac:cxnSpMk id="134" creationId="{AF8F06EB-274A-245A-B566-DD5601A049ED}"/>
          </ac:cxnSpMkLst>
        </pc:cxnChg>
        <pc:cxnChg chg="del mod">
          <ac:chgData name="Taher, Hamza" userId="584ffbb0-e3fe-498c-9db0-4f8ad55e978a" providerId="ADAL" clId="{4B9100E8-3D3D-4F2E-B373-638333481E3C}" dt="2026-03-08T18:34:37.635" v="835" actId="478"/>
          <ac:cxnSpMkLst>
            <pc:docMk/>
            <pc:sldMk cId="26192813" sldId="261"/>
            <ac:cxnSpMk id="138" creationId="{CE1EC8B5-141E-4D87-40E5-CCC1E5EA4FF9}"/>
          </ac:cxnSpMkLst>
        </pc:cxnChg>
        <pc:cxnChg chg="del">
          <ac:chgData name="Taher, Hamza" userId="584ffbb0-e3fe-498c-9db0-4f8ad55e978a" providerId="ADAL" clId="{4B9100E8-3D3D-4F2E-B373-638333481E3C}" dt="2026-03-08T18:32:05.524" v="756" actId="478"/>
          <ac:cxnSpMkLst>
            <pc:docMk/>
            <pc:sldMk cId="26192813" sldId="261"/>
            <ac:cxnSpMk id="176" creationId="{32E8AA8D-E5BD-A47D-7AA9-6283B5B3278D}"/>
          </ac:cxnSpMkLst>
        </pc:cxnChg>
        <pc:cxnChg chg="del mod">
          <ac:chgData name="Taher, Hamza" userId="584ffbb0-e3fe-498c-9db0-4f8ad55e978a" providerId="ADAL" clId="{4B9100E8-3D3D-4F2E-B373-638333481E3C}" dt="2026-03-08T18:32:01.180" v="755" actId="478"/>
          <ac:cxnSpMkLst>
            <pc:docMk/>
            <pc:sldMk cId="26192813" sldId="261"/>
            <ac:cxnSpMk id="218" creationId="{781E3525-DF4A-360A-159D-F6C9B7E3FBEC}"/>
          </ac:cxnSpMkLst>
        </pc:cxnChg>
        <pc:cxnChg chg="del mod">
          <ac:chgData name="Taher, Hamza" userId="584ffbb0-e3fe-498c-9db0-4f8ad55e978a" providerId="ADAL" clId="{4B9100E8-3D3D-4F2E-B373-638333481E3C}" dt="2026-03-08T18:32:05.524" v="756" actId="478"/>
          <ac:cxnSpMkLst>
            <pc:docMk/>
            <pc:sldMk cId="26192813" sldId="261"/>
            <ac:cxnSpMk id="224" creationId="{1BA76F6D-9D5A-0537-9771-6ECEB81400D9}"/>
          </ac:cxnSpMkLst>
        </pc:cxnChg>
        <pc:cxnChg chg="del mod">
          <ac:chgData name="Taher, Hamza" userId="584ffbb0-e3fe-498c-9db0-4f8ad55e978a" providerId="ADAL" clId="{4B9100E8-3D3D-4F2E-B373-638333481E3C}" dt="2026-03-08T18:33:06.065" v="771" actId="478"/>
          <ac:cxnSpMkLst>
            <pc:docMk/>
            <pc:sldMk cId="26192813" sldId="261"/>
            <ac:cxnSpMk id="236" creationId="{06318165-B6E1-7341-0B2D-60E7B46A7BE1}"/>
          </ac:cxnSpMkLst>
        </pc:cxnChg>
        <pc:cxnChg chg="del mod">
          <ac:chgData name="Taher, Hamza" userId="584ffbb0-e3fe-498c-9db0-4f8ad55e978a" providerId="ADAL" clId="{4B9100E8-3D3D-4F2E-B373-638333481E3C}" dt="2026-03-08T18:32:05.524" v="756" actId="478"/>
          <ac:cxnSpMkLst>
            <pc:docMk/>
            <pc:sldMk cId="26192813" sldId="261"/>
            <ac:cxnSpMk id="242" creationId="{FD6C1A8F-BDA7-0224-A1F1-AF08AEF9BDAA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91D03-B827-6984-AEEC-FD4920A8C1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0DA7F6-B275-2284-CE4B-F7EFCA122F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52677B-7AAA-A199-3088-627A18D89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F727B-9E92-43D2-9F3C-90FFE9D96A1D}" type="datetimeFigureOut">
              <a:rPr lang="en-GB" smtClean="0"/>
              <a:t>08/03/2026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0ABDCF-1747-514F-0E0D-3B4397CAE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EA3E5A-F14D-FFEB-C03E-60C490B13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8672B-1D9E-4EDB-A848-958987B18D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73119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5CA66-78EA-3BA4-297D-F36ED9B9E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362C0-FFB8-3E39-F906-FE4925E8B9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8A489E-49F6-A69A-B642-0CAC18D7F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F727B-9E92-43D2-9F3C-90FFE9D96A1D}" type="datetimeFigureOut">
              <a:rPr lang="en-GB" smtClean="0"/>
              <a:t>08/03/2026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F0F69C-15E1-9A93-29A8-F37D6044D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E61722-890C-570A-BC3D-275F6D3B9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8672B-1D9E-4EDB-A848-958987B18D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1291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70C63-5CDB-B2EB-03D8-282AEC8AF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ED8F9F-3C16-7674-1746-89B57FC9F5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E4FCB5-80B9-44D2-B75D-A4C151B5D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F727B-9E92-43D2-9F3C-90FFE9D96A1D}" type="datetimeFigureOut">
              <a:rPr lang="en-GB" smtClean="0"/>
              <a:t>08/03/2026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FA915A-7AF1-0084-D9CD-775B15E83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421055-3CDC-1BB1-146A-22E60E31A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8672B-1D9E-4EDB-A848-958987B18D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08341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CA8B0-199A-A04E-1125-356FD51E0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BE9603-8AF6-516C-A373-4992E4FBF3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C2E590-A7DA-5691-9349-9F3E65EDE2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EE08B3-63C8-5A37-5780-5D121CD94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F727B-9E92-43D2-9F3C-90FFE9D96A1D}" type="datetimeFigureOut">
              <a:rPr lang="en-GB" smtClean="0"/>
              <a:t>08/03/2026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8C0BCC-36C3-8DB1-8C08-36CAAB22F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2E14FE-73F7-76D9-4FF0-AD6072287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8672B-1D9E-4EDB-A848-958987B18D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8830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25356-029E-B8FE-05C2-AFE6F03A9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2917B1-7916-BC7D-F520-1F2340A190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522485-2F88-CD0F-EDEA-A9E2B130F3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4E6989-ABAA-0225-D6EB-63B07C3501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143FD9-FD90-98E2-8DF3-927824FA73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02729A-E4A0-A410-8D55-7F7349280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F727B-9E92-43D2-9F3C-90FFE9D96A1D}" type="datetimeFigureOut">
              <a:rPr lang="en-GB" smtClean="0"/>
              <a:t>08/03/2026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69DA3C-4537-1E67-CAF1-7B677E8A0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998536-18DB-525F-723A-C1F4232ED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8672B-1D9E-4EDB-A848-958987B18D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4345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2F9E8-A0BF-B417-271E-B277C3169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BD244B-5B6E-6026-8272-44FBCDAE0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F727B-9E92-43D2-9F3C-90FFE9D96A1D}" type="datetimeFigureOut">
              <a:rPr lang="en-GB" smtClean="0"/>
              <a:t>08/03/2026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10D376-C0B4-C8E2-2257-90B5A6898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DB1B6E-DBED-5084-1B7A-5BF27CC5E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8672B-1D9E-4EDB-A848-958987B18D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6722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3CFB25-CE7E-0F15-6243-622E4AA17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F727B-9E92-43D2-9F3C-90FFE9D96A1D}" type="datetimeFigureOut">
              <a:rPr lang="en-GB" smtClean="0"/>
              <a:t>08/03/2026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197576-9009-80D2-3AA7-FAC5732FE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A59412-9ED3-FCD3-AF71-52EB8B256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8672B-1D9E-4EDB-A848-958987B18D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2718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6430F-142A-630C-44CC-FC2BAB19B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49B2C0-C49D-F816-0F64-07EF31BBFA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C33F52-ACCE-EDDA-E651-E09EBB40BE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EF049A-839A-58DE-4DC5-8896E9E3C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F727B-9E92-43D2-9F3C-90FFE9D96A1D}" type="datetimeFigureOut">
              <a:rPr lang="en-GB" smtClean="0"/>
              <a:t>08/03/2026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8A220E-8B53-EB6E-7ED1-0E589B33E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C5ECEF-C968-EE46-65D7-98D6DB3D1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8672B-1D9E-4EDB-A848-958987B18D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72573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1DB95-41B8-714A-2FCA-8D88104D9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CAAF48-1216-467B-3CC1-3B07775510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A886A8-5216-440A-B20F-6197B0CC0F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A459D3-E6FA-2F64-7CEE-DD3AC5244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F727B-9E92-43D2-9F3C-90FFE9D96A1D}" type="datetimeFigureOut">
              <a:rPr lang="en-GB" smtClean="0"/>
              <a:t>08/03/2026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1E17BF-74F0-91FD-E8D5-61672E611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A32937-E7DA-879B-5303-C767990D2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8672B-1D9E-4EDB-A848-958987B18D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83268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8F815-F525-3F67-8815-F2D1A1739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6C52F5-CC27-F513-0598-713F01FB80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DE3D86-007B-53ED-2569-4C44777E8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F727B-9E92-43D2-9F3C-90FFE9D96A1D}" type="datetimeFigureOut">
              <a:rPr lang="en-GB" smtClean="0"/>
              <a:t>08/03/2026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6360B9-DFD4-4E8D-CF18-35484680B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6E670D-D595-0FD5-65F0-26D468483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8672B-1D9E-4EDB-A848-958987B18D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41266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85F0DD-DEEC-EA1C-CF9A-5FFC40FFE9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C79E2D-BD7D-E38D-DE81-8416F71ED9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982EE8-802B-B740-73FF-A3D5019B8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F727B-9E92-43D2-9F3C-90FFE9D96A1D}" type="datetimeFigureOut">
              <a:rPr lang="en-GB" smtClean="0"/>
              <a:t>08/03/2026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F3C216-E46A-2FA2-316F-055E8D92B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894B57-4770-054B-A585-EDBFACD2D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8672B-1D9E-4EDB-A848-958987B18D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55794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DE88A34-4B68-0831-AC2D-E92D175D9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88A963-184C-CB4D-08AE-59F449EF70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C83A63-0C88-04A8-7114-ADF4EA32BA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4F727B-9E92-43D2-9F3C-90FFE9D96A1D}" type="datetimeFigureOut">
              <a:rPr lang="en-GB" smtClean="0"/>
              <a:t>08/03/2026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ADA1D5-C973-9FF2-80F8-71026C7D60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52383-C271-7AA1-7036-4A12593EDD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18672B-1D9E-4EDB-A848-958987B18D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48955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BDDB819-8D67-AAE2-0118-E206979940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496" t="18410" r="40974" b="12739"/>
          <a:stretch>
            <a:fillRect/>
          </a:stretch>
        </p:blipFill>
        <p:spPr>
          <a:xfrm>
            <a:off x="2657856" y="0"/>
            <a:ext cx="5269992" cy="68319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DB8CCBE-8388-DD0E-1A85-38BFB0320E9C}"/>
              </a:ext>
            </a:extLst>
          </p:cNvPr>
          <p:cNvSpPr txBox="1"/>
          <p:nvPr/>
        </p:nvSpPr>
        <p:spPr>
          <a:xfrm>
            <a:off x="7927848" y="1097280"/>
            <a:ext cx="1764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Heart GND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2B5E68-6198-B01E-1230-2896991AB1DE}"/>
              </a:ext>
            </a:extLst>
          </p:cNvPr>
          <p:cNvSpPr txBox="1"/>
          <p:nvPr/>
        </p:nvSpPr>
        <p:spPr>
          <a:xfrm>
            <a:off x="7921754" y="2311347"/>
            <a:ext cx="1764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Pressure Signal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497ADB-7F24-14C1-D856-D2733AAA553A}"/>
              </a:ext>
            </a:extLst>
          </p:cNvPr>
          <p:cNvSpPr txBox="1"/>
          <p:nvPr/>
        </p:nvSpPr>
        <p:spPr>
          <a:xfrm>
            <a:off x="7927848" y="6303264"/>
            <a:ext cx="1764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Temp signal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9CF6E8-E2F2-C90D-5FB7-DF3E60BA1C6E}"/>
              </a:ext>
            </a:extLst>
          </p:cNvPr>
          <p:cNvSpPr txBox="1"/>
          <p:nvPr/>
        </p:nvSpPr>
        <p:spPr>
          <a:xfrm>
            <a:off x="1623060" y="4142232"/>
            <a:ext cx="1764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Pressure GND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DC150E-6236-626D-F38A-E0415D3163F6}"/>
              </a:ext>
            </a:extLst>
          </p:cNvPr>
          <p:cNvSpPr txBox="1"/>
          <p:nvPr/>
        </p:nvSpPr>
        <p:spPr>
          <a:xfrm>
            <a:off x="7921754" y="4142232"/>
            <a:ext cx="1764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Temp GND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67A6A0-0FA2-AA49-1AE0-9EE9D85E6994}"/>
              </a:ext>
            </a:extLst>
          </p:cNvPr>
          <p:cNvSpPr txBox="1"/>
          <p:nvPr/>
        </p:nvSpPr>
        <p:spPr>
          <a:xfrm>
            <a:off x="2007870" y="452067"/>
            <a:ext cx="1764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Heart 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3A16432-4B33-839C-EB98-346D2093C0EE}"/>
              </a:ext>
            </a:extLst>
          </p:cNvPr>
          <p:cNvSpPr txBox="1"/>
          <p:nvPr/>
        </p:nvSpPr>
        <p:spPr>
          <a:xfrm>
            <a:off x="2007870" y="826971"/>
            <a:ext cx="1764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Heart C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4CA36D6-3498-E1B0-2B0E-1275F2561A4E}"/>
              </a:ext>
            </a:extLst>
          </p:cNvPr>
          <p:cNvSpPr txBox="1"/>
          <p:nvPr/>
        </p:nvSpPr>
        <p:spPr>
          <a:xfrm>
            <a:off x="7921754" y="1704313"/>
            <a:ext cx="224637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Pressure V + Temp V + Heart V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CF23E3-41FF-6748-7E40-68FD0857E910}"/>
              </a:ext>
            </a:extLst>
          </p:cNvPr>
          <p:cNvSpPr txBox="1"/>
          <p:nvPr/>
        </p:nvSpPr>
        <p:spPr>
          <a:xfrm>
            <a:off x="347472" y="1358890"/>
            <a:ext cx="136245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/>
              <a:t>OLD</a:t>
            </a:r>
          </a:p>
        </p:txBody>
      </p:sp>
    </p:spTree>
    <p:extLst>
      <p:ext uri="{BB962C8B-B14F-4D97-AF65-F5344CB8AC3E}">
        <p14:creationId xmlns:p14="http://schemas.microsoft.com/office/powerpoint/2010/main" val="12130556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983DC-8652-249D-2965-69D259AAF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D3B4B0B-D8FB-8431-D966-BC7B087436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496" t="18410" r="40974" b="12739"/>
          <a:stretch>
            <a:fillRect/>
          </a:stretch>
        </p:blipFill>
        <p:spPr>
          <a:xfrm>
            <a:off x="2657856" y="0"/>
            <a:ext cx="5269992" cy="68319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FAA8964-0426-DAD6-B4F7-8D935C9A6A8D}"/>
              </a:ext>
            </a:extLst>
          </p:cNvPr>
          <p:cNvSpPr txBox="1"/>
          <p:nvPr/>
        </p:nvSpPr>
        <p:spPr>
          <a:xfrm>
            <a:off x="7927848" y="1097280"/>
            <a:ext cx="1764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Heart GND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DD1C5A-4EF9-84DD-945F-A3A6618698DF}"/>
              </a:ext>
            </a:extLst>
          </p:cNvPr>
          <p:cNvSpPr txBox="1"/>
          <p:nvPr/>
        </p:nvSpPr>
        <p:spPr>
          <a:xfrm>
            <a:off x="7921754" y="2311347"/>
            <a:ext cx="1764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Pressure Signal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7BBD9C-E7D4-CC84-2275-D5F68A418B57}"/>
              </a:ext>
            </a:extLst>
          </p:cNvPr>
          <p:cNvSpPr txBox="1"/>
          <p:nvPr/>
        </p:nvSpPr>
        <p:spPr>
          <a:xfrm>
            <a:off x="7927848" y="6303264"/>
            <a:ext cx="1764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Temp signal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386F6A-1D4B-BB1A-FF9C-72C2A236B75E}"/>
              </a:ext>
            </a:extLst>
          </p:cNvPr>
          <p:cNvSpPr txBox="1"/>
          <p:nvPr/>
        </p:nvSpPr>
        <p:spPr>
          <a:xfrm>
            <a:off x="740664" y="4142232"/>
            <a:ext cx="26471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Speaker GND + Pressure GND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359DB5-C5EA-D318-AC71-D55156517360}"/>
              </a:ext>
            </a:extLst>
          </p:cNvPr>
          <p:cNvSpPr txBox="1"/>
          <p:nvPr/>
        </p:nvSpPr>
        <p:spPr>
          <a:xfrm>
            <a:off x="7921754" y="4142232"/>
            <a:ext cx="1764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Temp GND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E491481-A83F-3C97-6EB0-986AE9BDBF5D}"/>
              </a:ext>
            </a:extLst>
          </p:cNvPr>
          <p:cNvSpPr txBox="1"/>
          <p:nvPr/>
        </p:nvSpPr>
        <p:spPr>
          <a:xfrm>
            <a:off x="1334262" y="2009336"/>
            <a:ext cx="1764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Heart D + LCD SDA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02FED4A-00D5-506D-CC6E-813B17724319}"/>
              </a:ext>
            </a:extLst>
          </p:cNvPr>
          <p:cNvSpPr txBox="1"/>
          <p:nvPr/>
        </p:nvSpPr>
        <p:spPr>
          <a:xfrm>
            <a:off x="1334262" y="2305696"/>
            <a:ext cx="1764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Heart C + LCD SCL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009BD-F896-763F-A002-8AF8E1D46C5E}"/>
              </a:ext>
            </a:extLst>
          </p:cNvPr>
          <p:cNvSpPr txBox="1"/>
          <p:nvPr/>
        </p:nvSpPr>
        <p:spPr>
          <a:xfrm>
            <a:off x="7921754" y="1704313"/>
            <a:ext cx="40477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Pressure V + Temp V + Heart V + Speaker V + LCD V +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2916ED5-1E37-D209-9763-FD225D4916E1}"/>
              </a:ext>
            </a:extLst>
          </p:cNvPr>
          <p:cNvSpPr txBox="1"/>
          <p:nvPr/>
        </p:nvSpPr>
        <p:spPr>
          <a:xfrm>
            <a:off x="10668" y="-55764"/>
            <a:ext cx="176479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/>
              <a:t>NEW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0C2D55-1B2D-4103-EEF3-07745D869384}"/>
              </a:ext>
            </a:extLst>
          </p:cNvPr>
          <p:cNvSpPr txBox="1"/>
          <p:nvPr/>
        </p:nvSpPr>
        <p:spPr>
          <a:xfrm>
            <a:off x="1616964" y="6275128"/>
            <a:ext cx="1764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Speaker Signal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996339-B7EB-7EF8-9BA1-099A23C86806}"/>
              </a:ext>
            </a:extLst>
          </p:cNvPr>
          <p:cNvSpPr txBox="1"/>
          <p:nvPr/>
        </p:nvSpPr>
        <p:spPr>
          <a:xfrm>
            <a:off x="7921754" y="5696230"/>
            <a:ext cx="1764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LCD GND </a:t>
            </a:r>
          </a:p>
        </p:txBody>
      </p:sp>
    </p:spTree>
    <p:extLst>
      <p:ext uri="{BB962C8B-B14F-4D97-AF65-F5344CB8AC3E}">
        <p14:creationId xmlns:p14="http://schemas.microsoft.com/office/powerpoint/2010/main" val="19554309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F646DB-42C9-FAE4-EB6B-7D30C402B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DD288D5-4FC9-97FA-C1FE-AD4DFB4BA4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496" t="18410" r="40974" b="12739"/>
          <a:stretch>
            <a:fillRect/>
          </a:stretch>
        </p:blipFill>
        <p:spPr>
          <a:xfrm>
            <a:off x="2657856" y="0"/>
            <a:ext cx="5269992" cy="68319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2A93BF3-FAA4-385D-83A5-471747DC38AF}"/>
              </a:ext>
            </a:extLst>
          </p:cNvPr>
          <p:cNvSpPr txBox="1"/>
          <p:nvPr/>
        </p:nvSpPr>
        <p:spPr>
          <a:xfrm>
            <a:off x="7927848" y="1097280"/>
            <a:ext cx="1764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Heart GND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09227B-A8B2-85FB-0D92-FEFF8448B4BA}"/>
              </a:ext>
            </a:extLst>
          </p:cNvPr>
          <p:cNvSpPr txBox="1"/>
          <p:nvPr/>
        </p:nvSpPr>
        <p:spPr>
          <a:xfrm>
            <a:off x="7921754" y="2311347"/>
            <a:ext cx="1764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Pressure Signal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48BD2A-F78B-FF11-5015-82B2F33668CE}"/>
              </a:ext>
            </a:extLst>
          </p:cNvPr>
          <p:cNvSpPr txBox="1"/>
          <p:nvPr/>
        </p:nvSpPr>
        <p:spPr>
          <a:xfrm>
            <a:off x="7927848" y="6303264"/>
            <a:ext cx="1764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Temp signal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A09A60-4D27-D797-C29C-280C4E43E597}"/>
              </a:ext>
            </a:extLst>
          </p:cNvPr>
          <p:cNvSpPr txBox="1"/>
          <p:nvPr/>
        </p:nvSpPr>
        <p:spPr>
          <a:xfrm>
            <a:off x="784097" y="4159890"/>
            <a:ext cx="34861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Speaker GND + Pressure GND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E00915-EA38-F6C6-8104-A5E42C04B32A}"/>
              </a:ext>
            </a:extLst>
          </p:cNvPr>
          <p:cNvSpPr txBox="1"/>
          <p:nvPr/>
        </p:nvSpPr>
        <p:spPr>
          <a:xfrm>
            <a:off x="7921754" y="4142232"/>
            <a:ext cx="1764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Temp GND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DB50BD2-E3B1-5B7A-E396-15B3D0E63DFB}"/>
              </a:ext>
            </a:extLst>
          </p:cNvPr>
          <p:cNvSpPr txBox="1"/>
          <p:nvPr/>
        </p:nvSpPr>
        <p:spPr>
          <a:xfrm>
            <a:off x="1334262" y="2009336"/>
            <a:ext cx="1764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Heart D + LCD SDA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12B7128-1CB5-7B54-1752-BBB7827FB7DB}"/>
              </a:ext>
            </a:extLst>
          </p:cNvPr>
          <p:cNvSpPr txBox="1"/>
          <p:nvPr/>
        </p:nvSpPr>
        <p:spPr>
          <a:xfrm>
            <a:off x="1334262" y="2305696"/>
            <a:ext cx="1764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Heart C + LCD SCL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7D32D45-EA93-89C3-21F5-1C1E4AF9AD14}"/>
              </a:ext>
            </a:extLst>
          </p:cNvPr>
          <p:cNvSpPr txBox="1"/>
          <p:nvPr/>
        </p:nvSpPr>
        <p:spPr>
          <a:xfrm>
            <a:off x="7921754" y="1665153"/>
            <a:ext cx="404774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Pressure V + Temp V + Heart V + Speaker V +</a:t>
            </a:r>
          </a:p>
          <a:p>
            <a:r>
              <a:rPr lang="en-GB" sz="1100" dirty="0"/>
              <a:t> LCD V + P1 V + P2 V + Servo V + Humidity V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3A63C0-CB06-0883-376C-C1D44E630324}"/>
              </a:ext>
            </a:extLst>
          </p:cNvPr>
          <p:cNvSpPr txBox="1"/>
          <p:nvPr/>
        </p:nvSpPr>
        <p:spPr>
          <a:xfrm>
            <a:off x="10668" y="-55764"/>
            <a:ext cx="213817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/>
              <a:t>MOTOR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D4B905-1587-E3C6-04A6-39846103C050}"/>
              </a:ext>
            </a:extLst>
          </p:cNvPr>
          <p:cNvSpPr txBox="1"/>
          <p:nvPr/>
        </p:nvSpPr>
        <p:spPr>
          <a:xfrm>
            <a:off x="1616964" y="6275128"/>
            <a:ext cx="1764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Speaker Signal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41BF79-ABE3-D0E7-19C6-7F2A81FA4DAA}"/>
              </a:ext>
            </a:extLst>
          </p:cNvPr>
          <p:cNvSpPr txBox="1"/>
          <p:nvPr/>
        </p:nvSpPr>
        <p:spPr>
          <a:xfrm>
            <a:off x="7921754" y="5696230"/>
            <a:ext cx="1764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LCD GND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5CFD294-8649-EBE3-A423-A7637956918B}"/>
              </a:ext>
            </a:extLst>
          </p:cNvPr>
          <p:cNvSpPr txBox="1"/>
          <p:nvPr/>
        </p:nvSpPr>
        <p:spPr>
          <a:xfrm>
            <a:off x="473583" y="5696230"/>
            <a:ext cx="348615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100" dirty="0"/>
              <a:t>P1 GND + P2 GND + Humidity GND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74B7078-08FA-99A1-AD67-80F4271D458C}"/>
              </a:ext>
            </a:extLst>
          </p:cNvPr>
          <p:cNvSpPr txBox="1"/>
          <p:nvPr/>
        </p:nvSpPr>
        <p:spPr>
          <a:xfrm>
            <a:off x="7921754" y="2957541"/>
            <a:ext cx="348615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100" dirty="0"/>
              <a:t>P1 Signal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5E3AF51-9416-4706-61B2-719012146F0B}"/>
              </a:ext>
            </a:extLst>
          </p:cNvPr>
          <p:cNvSpPr txBox="1"/>
          <p:nvPr/>
        </p:nvSpPr>
        <p:spPr>
          <a:xfrm>
            <a:off x="7943471" y="3234428"/>
            <a:ext cx="348615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100" dirty="0"/>
              <a:t>P2 Signal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C16C287-EEE1-DAD7-F03C-616CEAB64BBD}"/>
              </a:ext>
            </a:extLst>
          </p:cNvPr>
          <p:cNvSpPr txBox="1"/>
          <p:nvPr/>
        </p:nvSpPr>
        <p:spPr>
          <a:xfrm>
            <a:off x="1775460" y="2602056"/>
            <a:ext cx="1764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Servo GND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4C30FC4-FFDC-0427-0B5D-4DD27CDDDF60}"/>
              </a:ext>
            </a:extLst>
          </p:cNvPr>
          <p:cNvSpPr txBox="1"/>
          <p:nvPr/>
        </p:nvSpPr>
        <p:spPr>
          <a:xfrm>
            <a:off x="7900037" y="5999747"/>
            <a:ext cx="1764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Servo Signal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C137199-67C9-0A91-4992-71956C275149}"/>
              </a:ext>
            </a:extLst>
          </p:cNvPr>
          <p:cNvSpPr txBox="1"/>
          <p:nvPr/>
        </p:nvSpPr>
        <p:spPr>
          <a:xfrm>
            <a:off x="1616964" y="5985679"/>
            <a:ext cx="1764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Humidity Signal</a:t>
            </a:r>
          </a:p>
        </p:txBody>
      </p:sp>
    </p:spTree>
    <p:extLst>
      <p:ext uri="{BB962C8B-B14F-4D97-AF65-F5344CB8AC3E}">
        <p14:creationId xmlns:p14="http://schemas.microsoft.com/office/powerpoint/2010/main" val="23748129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63D99C-C216-DE74-7C25-8119F1684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A39608B-AE31-4009-3731-73EF6D6FAC0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496" t="18410" r="40974" b="12739"/>
          <a:stretch>
            <a:fillRect/>
          </a:stretch>
        </p:blipFill>
        <p:spPr>
          <a:xfrm>
            <a:off x="4133851" y="611233"/>
            <a:ext cx="3670811" cy="475880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7403A6A-0593-CF72-00EE-19FF061562CC}"/>
              </a:ext>
            </a:extLst>
          </p:cNvPr>
          <p:cNvSpPr txBox="1"/>
          <p:nvPr/>
        </p:nvSpPr>
        <p:spPr>
          <a:xfrm>
            <a:off x="9602606" y="471739"/>
            <a:ext cx="152977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/>
              <a:t>FULL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7B426D1-02D0-2C64-2EF7-B02A881B281D}"/>
              </a:ext>
            </a:extLst>
          </p:cNvPr>
          <p:cNvSpPr/>
          <p:nvPr/>
        </p:nvSpPr>
        <p:spPr>
          <a:xfrm>
            <a:off x="11132382" y="2132135"/>
            <a:ext cx="939545" cy="30366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Pressure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06BA263-BE63-DB89-1078-3740755A1C33}"/>
              </a:ext>
            </a:extLst>
          </p:cNvPr>
          <p:cNvSpPr/>
          <p:nvPr/>
        </p:nvSpPr>
        <p:spPr>
          <a:xfrm>
            <a:off x="8080393" y="4986527"/>
            <a:ext cx="692261" cy="23204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Temp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C5F0D28-F301-D232-06F1-1234C0CA6E41}"/>
              </a:ext>
            </a:extLst>
          </p:cNvPr>
          <p:cNvSpPr/>
          <p:nvPr/>
        </p:nvSpPr>
        <p:spPr>
          <a:xfrm>
            <a:off x="2359323" y="1299696"/>
            <a:ext cx="671610" cy="4308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LCD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F113F3E-8C29-78AB-DEC0-5CFC74023594}"/>
              </a:ext>
            </a:extLst>
          </p:cNvPr>
          <p:cNvSpPr/>
          <p:nvPr/>
        </p:nvSpPr>
        <p:spPr>
          <a:xfrm>
            <a:off x="1594648" y="2614828"/>
            <a:ext cx="819755" cy="4044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Heart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9D404FF-39D7-F0DB-A5B3-A2C57937ACDE}"/>
              </a:ext>
            </a:extLst>
          </p:cNvPr>
          <p:cNvSpPr/>
          <p:nvPr/>
        </p:nvSpPr>
        <p:spPr>
          <a:xfrm>
            <a:off x="9105939" y="4783865"/>
            <a:ext cx="644779" cy="22882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Servo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A3E282F-D1DB-6FD7-B609-464D27CA4CA2}"/>
              </a:ext>
            </a:extLst>
          </p:cNvPr>
          <p:cNvSpPr/>
          <p:nvPr/>
        </p:nvSpPr>
        <p:spPr>
          <a:xfrm>
            <a:off x="10647049" y="2570569"/>
            <a:ext cx="756759" cy="26160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Pot 1</a:t>
            </a:r>
          </a:p>
        </p:txBody>
      </p:sp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3F48CBAF-774B-DD1D-7B64-201FF5A7249E}"/>
              </a:ext>
            </a:extLst>
          </p:cNvPr>
          <p:cNvCxnSpPr>
            <a:cxnSpLocks/>
            <a:stCxn id="22" idx="0"/>
          </p:cNvCxnSpPr>
          <p:nvPr/>
        </p:nvCxnSpPr>
        <p:spPr>
          <a:xfrm rot="16200000" flipV="1">
            <a:off x="9546707" y="76687"/>
            <a:ext cx="244665" cy="3866232"/>
          </a:xfrm>
          <a:prstGeom prst="bentConnector2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353E6594-9584-D9F1-BAC6-CD0B63669277}"/>
              </a:ext>
            </a:extLst>
          </p:cNvPr>
          <p:cNvCxnSpPr>
            <a:cxnSpLocks/>
          </p:cNvCxnSpPr>
          <p:nvPr/>
        </p:nvCxnSpPr>
        <p:spPr>
          <a:xfrm rot="5400000">
            <a:off x="3050377" y="4957877"/>
            <a:ext cx="1395685" cy="805566"/>
          </a:xfrm>
          <a:prstGeom prst="bentConnector3">
            <a:avLst>
              <a:gd name="adj1" fmla="val 1518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4C2C2597-E462-7A6C-1298-372047FE12EB}"/>
              </a:ext>
            </a:extLst>
          </p:cNvPr>
          <p:cNvCxnSpPr>
            <a:cxnSpLocks/>
            <a:endCxn id="37" idx="0"/>
          </p:cNvCxnSpPr>
          <p:nvPr/>
        </p:nvCxnSpPr>
        <p:spPr>
          <a:xfrm>
            <a:off x="9428328" y="4247152"/>
            <a:ext cx="1" cy="53671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D3DAAB06-F6BC-B308-D049-D84F48FE2620}"/>
              </a:ext>
            </a:extLst>
          </p:cNvPr>
          <p:cNvCxnSpPr>
            <a:cxnSpLocks/>
            <a:stCxn id="37" idx="2"/>
          </p:cNvCxnSpPr>
          <p:nvPr/>
        </p:nvCxnSpPr>
        <p:spPr>
          <a:xfrm>
            <a:off x="9428329" y="5012687"/>
            <a:ext cx="0" cy="10458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4690EBC4-CD9E-A662-3732-9266229482FB}"/>
              </a:ext>
            </a:extLst>
          </p:cNvPr>
          <p:cNvCxnSpPr>
            <a:cxnSpLocks/>
            <a:endCxn id="39" idx="0"/>
          </p:cNvCxnSpPr>
          <p:nvPr/>
        </p:nvCxnSpPr>
        <p:spPr>
          <a:xfrm>
            <a:off x="11025428" y="1887470"/>
            <a:ext cx="1" cy="68309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F0D13AC4-B0DC-FA55-D84F-2370FD7133D2}"/>
              </a:ext>
            </a:extLst>
          </p:cNvPr>
          <p:cNvCxnSpPr>
            <a:cxnSpLocks/>
            <a:stCxn id="39" idx="2"/>
          </p:cNvCxnSpPr>
          <p:nvPr/>
        </p:nvCxnSpPr>
        <p:spPr>
          <a:xfrm flipH="1">
            <a:off x="11025428" y="2832178"/>
            <a:ext cx="1" cy="32263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D75D0973-C4DE-0792-7B4C-BADC50FF9110}"/>
              </a:ext>
            </a:extLst>
          </p:cNvPr>
          <p:cNvCxnSpPr>
            <a:cxnSpLocks/>
          </p:cNvCxnSpPr>
          <p:nvPr/>
        </p:nvCxnSpPr>
        <p:spPr>
          <a:xfrm>
            <a:off x="10401025" y="2472566"/>
            <a:ext cx="0" cy="35958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DB5A2362-DDFA-E4E9-0A15-CB4A9B39DA8D}"/>
              </a:ext>
            </a:extLst>
          </p:cNvPr>
          <p:cNvCxnSpPr>
            <a:cxnSpLocks/>
            <a:endCxn id="38" idx="0"/>
          </p:cNvCxnSpPr>
          <p:nvPr/>
        </p:nvCxnSpPr>
        <p:spPr>
          <a:xfrm>
            <a:off x="10401025" y="1887470"/>
            <a:ext cx="1" cy="98733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1D419694-84C3-9681-E88B-E8ED63EB7EB6}"/>
              </a:ext>
            </a:extLst>
          </p:cNvPr>
          <p:cNvCxnSpPr>
            <a:cxnSpLocks/>
            <a:endCxn id="34" idx="0"/>
          </p:cNvCxnSpPr>
          <p:nvPr/>
        </p:nvCxnSpPr>
        <p:spPr>
          <a:xfrm>
            <a:off x="8426523" y="1887470"/>
            <a:ext cx="1" cy="309905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4C225978-0A09-DF81-8010-3E01249A088B}"/>
              </a:ext>
            </a:extLst>
          </p:cNvPr>
          <p:cNvCxnSpPr>
            <a:cxnSpLocks/>
            <a:endCxn id="34" idx="2"/>
          </p:cNvCxnSpPr>
          <p:nvPr/>
        </p:nvCxnSpPr>
        <p:spPr>
          <a:xfrm flipV="1">
            <a:off x="8426523" y="5218573"/>
            <a:ext cx="1" cy="8399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4CF30371-EB75-29B9-47BC-15EDA07BB3F1}"/>
              </a:ext>
            </a:extLst>
          </p:cNvPr>
          <p:cNvCxnSpPr>
            <a:cxnSpLocks/>
            <a:stCxn id="22" idx="1"/>
          </p:cNvCxnSpPr>
          <p:nvPr/>
        </p:nvCxnSpPr>
        <p:spPr>
          <a:xfrm flipH="1">
            <a:off x="7737987" y="2283969"/>
            <a:ext cx="3394395" cy="29738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95A72727-BD1E-F51A-CD02-EC80C1B401AB}"/>
              </a:ext>
            </a:extLst>
          </p:cNvPr>
          <p:cNvCxnSpPr>
            <a:cxnSpLocks/>
            <a:stCxn id="39" idx="1"/>
          </p:cNvCxnSpPr>
          <p:nvPr/>
        </p:nvCxnSpPr>
        <p:spPr>
          <a:xfrm flipH="1" flipV="1">
            <a:off x="7737987" y="2700618"/>
            <a:ext cx="2909062" cy="756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87744CD4-B0FF-95A0-5AFC-44DA726A0282}"/>
              </a:ext>
            </a:extLst>
          </p:cNvPr>
          <p:cNvCxnSpPr>
            <a:cxnSpLocks/>
            <a:stCxn id="38" idx="1"/>
            <a:endCxn id="4" idx="3"/>
          </p:cNvCxnSpPr>
          <p:nvPr/>
        </p:nvCxnSpPr>
        <p:spPr>
          <a:xfrm flipH="1" flipV="1">
            <a:off x="7804662" y="2990637"/>
            <a:ext cx="2217984" cy="14969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B9FED1A1-F14F-21BB-DE5E-7BF7C23DB837}"/>
              </a:ext>
            </a:extLst>
          </p:cNvPr>
          <p:cNvCxnSpPr>
            <a:cxnSpLocks/>
            <a:stCxn id="34" idx="1"/>
          </p:cNvCxnSpPr>
          <p:nvPr/>
        </p:nvCxnSpPr>
        <p:spPr>
          <a:xfrm flipH="1">
            <a:off x="7765511" y="5102550"/>
            <a:ext cx="314882" cy="0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2E6A4528-8E22-CBC1-D37D-1B0709571FAC}"/>
              </a:ext>
            </a:extLst>
          </p:cNvPr>
          <p:cNvCxnSpPr>
            <a:cxnSpLocks/>
            <a:stCxn id="37" idx="1"/>
          </p:cNvCxnSpPr>
          <p:nvPr/>
        </p:nvCxnSpPr>
        <p:spPr>
          <a:xfrm flipH="1" flipV="1">
            <a:off x="7765511" y="4891575"/>
            <a:ext cx="1340428" cy="6701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: Elbow 155">
            <a:extLst>
              <a:ext uri="{FF2B5EF4-FFF2-40B4-BE49-F238E27FC236}">
                <a16:creationId xmlns:a16="http://schemas.microsoft.com/office/drawing/2014/main" id="{894A67D9-0311-439B-3897-9232BADAC8EF}"/>
              </a:ext>
            </a:extLst>
          </p:cNvPr>
          <p:cNvCxnSpPr>
            <a:cxnSpLocks/>
          </p:cNvCxnSpPr>
          <p:nvPr/>
        </p:nvCxnSpPr>
        <p:spPr>
          <a:xfrm>
            <a:off x="3030933" y="1393151"/>
            <a:ext cx="1148323" cy="695395"/>
          </a:xfrm>
          <a:prstGeom prst="bentConnector3">
            <a:avLst>
              <a:gd name="adj1" fmla="val 57000"/>
            </a:avLst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: Elbow 156">
            <a:extLst>
              <a:ext uri="{FF2B5EF4-FFF2-40B4-BE49-F238E27FC236}">
                <a16:creationId xmlns:a16="http://schemas.microsoft.com/office/drawing/2014/main" id="{5291C5EC-99B3-65B1-93EF-35E1C5DAD462}"/>
              </a:ext>
            </a:extLst>
          </p:cNvPr>
          <p:cNvCxnSpPr>
            <a:cxnSpLocks/>
          </p:cNvCxnSpPr>
          <p:nvPr/>
        </p:nvCxnSpPr>
        <p:spPr>
          <a:xfrm flipV="1">
            <a:off x="2414403" y="2088547"/>
            <a:ext cx="1765829" cy="840896"/>
          </a:xfrm>
          <a:prstGeom prst="bentConnector3">
            <a:avLst>
              <a:gd name="adj1" fmla="val 72193"/>
            </a:avLst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: Elbow 169">
            <a:extLst>
              <a:ext uri="{FF2B5EF4-FFF2-40B4-BE49-F238E27FC236}">
                <a16:creationId xmlns:a16="http://schemas.microsoft.com/office/drawing/2014/main" id="{05D7B6D3-EB78-BBDC-6B6B-9923661A8A28}"/>
              </a:ext>
            </a:extLst>
          </p:cNvPr>
          <p:cNvCxnSpPr>
            <a:cxnSpLocks/>
          </p:cNvCxnSpPr>
          <p:nvPr/>
        </p:nvCxnSpPr>
        <p:spPr>
          <a:xfrm flipV="1">
            <a:off x="2423108" y="2292537"/>
            <a:ext cx="1735909" cy="404479"/>
          </a:xfrm>
          <a:prstGeom prst="bentConnector3">
            <a:avLst>
              <a:gd name="adj1" fmla="val 58104"/>
            </a:avLst>
          </a:prstGeo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: Elbow 175">
            <a:extLst>
              <a:ext uri="{FF2B5EF4-FFF2-40B4-BE49-F238E27FC236}">
                <a16:creationId xmlns:a16="http://schemas.microsoft.com/office/drawing/2014/main" id="{6DC061CB-080A-C357-E7C1-A27EF5C2CC6A}"/>
              </a:ext>
            </a:extLst>
          </p:cNvPr>
          <p:cNvCxnSpPr>
            <a:cxnSpLocks/>
          </p:cNvCxnSpPr>
          <p:nvPr/>
        </p:nvCxnSpPr>
        <p:spPr>
          <a:xfrm>
            <a:off x="3030933" y="1678565"/>
            <a:ext cx="1102918" cy="613972"/>
          </a:xfrm>
          <a:prstGeom prst="bentConnector3">
            <a:avLst>
              <a:gd name="adj1" fmla="val 34512"/>
            </a:avLst>
          </a:prstGeo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1" name="TextBox 180">
            <a:extLst>
              <a:ext uri="{FF2B5EF4-FFF2-40B4-BE49-F238E27FC236}">
                <a16:creationId xmlns:a16="http://schemas.microsoft.com/office/drawing/2014/main" id="{6277EC06-AE9F-1C5A-CDE7-7018D5B6F23B}"/>
              </a:ext>
            </a:extLst>
          </p:cNvPr>
          <p:cNvSpPr txBox="1"/>
          <p:nvPr/>
        </p:nvSpPr>
        <p:spPr>
          <a:xfrm>
            <a:off x="2877207" y="2148185"/>
            <a:ext cx="6661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chemeClr val="accent5"/>
                </a:solidFill>
              </a:rPr>
              <a:t>SCL</a:t>
            </a: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3C39411A-523B-BC8E-4F5A-20DDE372AC70}"/>
              </a:ext>
            </a:extLst>
          </p:cNvPr>
          <p:cNvSpPr txBox="1"/>
          <p:nvPr/>
        </p:nvSpPr>
        <p:spPr>
          <a:xfrm>
            <a:off x="3628332" y="1802453"/>
            <a:ext cx="5589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rgbClr val="0070C0"/>
                </a:solidFill>
              </a:rPr>
              <a:t>SDA</a:t>
            </a:r>
          </a:p>
        </p:txBody>
      </p:sp>
      <p:cxnSp>
        <p:nvCxnSpPr>
          <p:cNvPr id="218" name="Connector: Elbow 217">
            <a:extLst>
              <a:ext uri="{FF2B5EF4-FFF2-40B4-BE49-F238E27FC236}">
                <a16:creationId xmlns:a16="http://schemas.microsoft.com/office/drawing/2014/main" id="{FE73969F-E701-2F52-355F-5B65C0F99F9F}"/>
              </a:ext>
            </a:extLst>
          </p:cNvPr>
          <p:cNvCxnSpPr>
            <a:cxnSpLocks/>
            <a:endCxn id="35" idx="0"/>
          </p:cNvCxnSpPr>
          <p:nvPr/>
        </p:nvCxnSpPr>
        <p:spPr>
          <a:xfrm rot="10800000">
            <a:off x="2695129" y="1299696"/>
            <a:ext cx="5040799" cy="574986"/>
          </a:xfrm>
          <a:prstGeom prst="bentConnector4">
            <a:avLst>
              <a:gd name="adj1" fmla="val -76864"/>
              <a:gd name="adj2" fmla="val 263835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Connector: Elbow 223">
            <a:extLst>
              <a:ext uri="{FF2B5EF4-FFF2-40B4-BE49-F238E27FC236}">
                <a16:creationId xmlns:a16="http://schemas.microsoft.com/office/drawing/2014/main" id="{9FD5DD71-A78D-8DF3-CC07-054D2EF00F2E}"/>
              </a:ext>
            </a:extLst>
          </p:cNvPr>
          <p:cNvCxnSpPr>
            <a:cxnSpLocks/>
            <a:endCxn id="36" idx="0"/>
          </p:cNvCxnSpPr>
          <p:nvPr/>
        </p:nvCxnSpPr>
        <p:spPr>
          <a:xfrm rot="5400000">
            <a:off x="1215029" y="1139722"/>
            <a:ext cx="2264603" cy="685608"/>
          </a:xfrm>
          <a:prstGeom prst="bentConnector3">
            <a:avLst>
              <a:gd name="adj1" fmla="val -14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Straight Connector 232">
            <a:extLst>
              <a:ext uri="{FF2B5EF4-FFF2-40B4-BE49-F238E27FC236}">
                <a16:creationId xmlns:a16="http://schemas.microsoft.com/office/drawing/2014/main" id="{122376A5-35AB-EC90-84EC-C4BF278585D5}"/>
              </a:ext>
            </a:extLst>
          </p:cNvPr>
          <p:cNvCxnSpPr>
            <a:cxnSpLocks/>
            <a:endCxn id="35" idx="2"/>
          </p:cNvCxnSpPr>
          <p:nvPr/>
        </p:nvCxnSpPr>
        <p:spPr>
          <a:xfrm flipV="1">
            <a:off x="2695128" y="1730584"/>
            <a:ext cx="0" cy="432791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Connector: Elbow 235">
            <a:extLst>
              <a:ext uri="{FF2B5EF4-FFF2-40B4-BE49-F238E27FC236}">
                <a16:creationId xmlns:a16="http://schemas.microsoft.com/office/drawing/2014/main" id="{FE113598-7ECE-EEE1-31F0-55906F145C6C}"/>
              </a:ext>
            </a:extLst>
          </p:cNvPr>
          <p:cNvCxnSpPr>
            <a:cxnSpLocks/>
            <a:stCxn id="22" idx="2"/>
          </p:cNvCxnSpPr>
          <p:nvPr/>
        </p:nvCxnSpPr>
        <p:spPr>
          <a:xfrm rot="5400000">
            <a:off x="5666849" y="123196"/>
            <a:ext cx="3622701" cy="8247912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Straight Connector 241">
            <a:extLst>
              <a:ext uri="{FF2B5EF4-FFF2-40B4-BE49-F238E27FC236}">
                <a16:creationId xmlns:a16="http://schemas.microsoft.com/office/drawing/2014/main" id="{ABDEED08-7B85-E0B1-0DB7-125E60A76424}"/>
              </a:ext>
            </a:extLst>
          </p:cNvPr>
          <p:cNvCxnSpPr>
            <a:cxnSpLocks/>
            <a:endCxn id="36" idx="2"/>
          </p:cNvCxnSpPr>
          <p:nvPr/>
        </p:nvCxnSpPr>
        <p:spPr>
          <a:xfrm flipV="1">
            <a:off x="2004525" y="3019307"/>
            <a:ext cx="1" cy="303919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40867931-BD7C-197B-0B6D-14C1DDD07FDC}"/>
              </a:ext>
            </a:extLst>
          </p:cNvPr>
          <p:cNvSpPr/>
          <p:nvPr/>
        </p:nvSpPr>
        <p:spPr>
          <a:xfrm>
            <a:off x="1020100" y="4952718"/>
            <a:ext cx="644779" cy="22882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Servo</a:t>
            </a:r>
          </a:p>
        </p:txBody>
      </p: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D2E05386-96F3-915F-342A-C7B1AD2418D4}"/>
              </a:ext>
            </a:extLst>
          </p:cNvPr>
          <p:cNvCxnSpPr>
            <a:cxnSpLocks/>
            <a:endCxn id="9" idx="0"/>
          </p:cNvCxnSpPr>
          <p:nvPr/>
        </p:nvCxnSpPr>
        <p:spPr>
          <a:xfrm rot="5400000">
            <a:off x="-941656" y="1775217"/>
            <a:ext cx="4379845" cy="1529860"/>
          </a:xfrm>
          <a:prstGeom prst="bentConnector3">
            <a:avLst>
              <a:gd name="adj1" fmla="val 103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598FF84B-A3D8-5607-307E-3521000B7D00}"/>
              </a:ext>
            </a:extLst>
          </p:cNvPr>
          <p:cNvCxnSpPr>
            <a:cxnSpLocks/>
            <a:stCxn id="9" idx="2"/>
          </p:cNvCxnSpPr>
          <p:nvPr/>
        </p:nvCxnSpPr>
        <p:spPr>
          <a:xfrm rot="16200000" flipH="1">
            <a:off x="1388856" y="4053372"/>
            <a:ext cx="1099611" cy="2910650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BD84A07-CA94-50D0-98E8-8801D28230C5}"/>
              </a:ext>
            </a:extLst>
          </p:cNvPr>
          <p:cNvCxnSpPr>
            <a:cxnSpLocks/>
            <a:stCxn id="3" idx="2"/>
          </p:cNvCxnSpPr>
          <p:nvPr/>
        </p:nvCxnSpPr>
        <p:spPr>
          <a:xfrm flipH="1">
            <a:off x="1342489" y="5181540"/>
            <a:ext cx="1" cy="8830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BC856E8B-3C6D-CBB9-7AB1-04C79EE85F78}"/>
              </a:ext>
            </a:extLst>
          </p:cNvPr>
          <p:cNvSpPr/>
          <p:nvPr/>
        </p:nvSpPr>
        <p:spPr>
          <a:xfrm>
            <a:off x="108687" y="4730070"/>
            <a:ext cx="749298" cy="22882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Humid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4A5C3A1-71DF-5921-36AD-6B5A70ED6237}"/>
              </a:ext>
            </a:extLst>
          </p:cNvPr>
          <p:cNvCxnSpPr>
            <a:cxnSpLocks/>
            <a:endCxn id="3" idx="3"/>
          </p:cNvCxnSpPr>
          <p:nvPr/>
        </p:nvCxnSpPr>
        <p:spPr>
          <a:xfrm flipH="1">
            <a:off x="1664879" y="5053101"/>
            <a:ext cx="2468971" cy="14028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54937E9-AD6E-EA4E-1B30-B25EFF1222BF}"/>
              </a:ext>
            </a:extLst>
          </p:cNvPr>
          <p:cNvCxnSpPr>
            <a:cxnSpLocks/>
            <a:endCxn id="9" idx="3"/>
          </p:cNvCxnSpPr>
          <p:nvPr/>
        </p:nvCxnSpPr>
        <p:spPr>
          <a:xfrm flipH="1" flipV="1">
            <a:off x="857985" y="4844481"/>
            <a:ext cx="3275865" cy="18437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01D5238-3ECD-DB8D-3469-663AB071EE7E}"/>
              </a:ext>
            </a:extLst>
          </p:cNvPr>
          <p:cNvCxnSpPr>
            <a:cxnSpLocks/>
          </p:cNvCxnSpPr>
          <p:nvPr/>
        </p:nvCxnSpPr>
        <p:spPr>
          <a:xfrm>
            <a:off x="1341888" y="350224"/>
            <a:ext cx="14242" cy="459940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48708377-A74A-B9E8-76A2-16B636DB8BEF}"/>
              </a:ext>
            </a:extLst>
          </p:cNvPr>
          <p:cNvSpPr/>
          <p:nvPr/>
        </p:nvSpPr>
        <p:spPr>
          <a:xfrm>
            <a:off x="8841363" y="4030965"/>
            <a:ext cx="1173929" cy="228822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+3V3 Battery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FD71406-D7A0-BD5F-D8F5-BE0607A39662}"/>
              </a:ext>
            </a:extLst>
          </p:cNvPr>
          <p:cNvSpPr/>
          <p:nvPr/>
        </p:nvSpPr>
        <p:spPr>
          <a:xfrm>
            <a:off x="10022646" y="2874801"/>
            <a:ext cx="756759" cy="26160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Pot 2</a:t>
            </a:r>
          </a:p>
        </p:txBody>
      </p:sp>
    </p:spTree>
    <p:extLst>
      <p:ext uri="{BB962C8B-B14F-4D97-AF65-F5344CB8AC3E}">
        <p14:creationId xmlns:p14="http://schemas.microsoft.com/office/powerpoint/2010/main" val="1737528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F15C1D-519F-2318-061E-86FBAC1B6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31F975F-DBE6-4177-06F6-C76EDE8FE8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496" t="18410" r="40974" b="12739"/>
          <a:stretch>
            <a:fillRect/>
          </a:stretch>
        </p:blipFill>
        <p:spPr>
          <a:xfrm>
            <a:off x="391817" y="1330929"/>
            <a:ext cx="3670811" cy="475880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37039CE-930B-FE35-5188-CE5F22DBBC2E}"/>
              </a:ext>
            </a:extLst>
          </p:cNvPr>
          <p:cNvSpPr txBox="1"/>
          <p:nvPr/>
        </p:nvSpPr>
        <p:spPr>
          <a:xfrm>
            <a:off x="8822080" y="2771279"/>
            <a:ext cx="210605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/>
              <a:t>SOLAR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9681339-C1B6-C3B6-6B66-101FBA2A48F9}"/>
              </a:ext>
            </a:extLst>
          </p:cNvPr>
          <p:cNvSpPr/>
          <p:nvPr/>
        </p:nvSpPr>
        <p:spPr>
          <a:xfrm>
            <a:off x="4408889" y="4429986"/>
            <a:ext cx="831532" cy="23204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Resistor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7457FD2-6FCA-C5CB-2484-D9AF2363A808}"/>
              </a:ext>
            </a:extLst>
          </p:cNvPr>
          <p:cNvSpPr/>
          <p:nvPr/>
        </p:nvSpPr>
        <p:spPr>
          <a:xfrm>
            <a:off x="7015709" y="5214221"/>
            <a:ext cx="644779" cy="22882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Servo</a:t>
            </a:r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FAAE7D92-2806-7F75-1B81-82162BD60AC6}"/>
              </a:ext>
            </a:extLst>
          </p:cNvPr>
          <p:cNvCxnSpPr>
            <a:cxnSpLocks/>
            <a:stCxn id="54" idx="2"/>
            <a:endCxn id="34" idx="0"/>
          </p:cNvCxnSpPr>
          <p:nvPr/>
        </p:nvCxnSpPr>
        <p:spPr>
          <a:xfrm>
            <a:off x="4824655" y="3225810"/>
            <a:ext cx="0" cy="120417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43F413AF-652C-E9E8-D20C-8489CA382D80}"/>
              </a:ext>
            </a:extLst>
          </p:cNvPr>
          <p:cNvCxnSpPr>
            <a:cxnSpLocks/>
            <a:endCxn id="34" idx="2"/>
          </p:cNvCxnSpPr>
          <p:nvPr/>
        </p:nvCxnSpPr>
        <p:spPr>
          <a:xfrm flipV="1">
            <a:off x="4824655" y="4662032"/>
            <a:ext cx="0" cy="6666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07B269B9-7B06-3E78-1852-D0E314B715D2}"/>
              </a:ext>
            </a:extLst>
          </p:cNvPr>
          <p:cNvSpPr/>
          <p:nvPr/>
        </p:nvSpPr>
        <p:spPr>
          <a:xfrm>
            <a:off x="5513514" y="3156000"/>
            <a:ext cx="644779" cy="22882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LDR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8786C1F-E47C-2ED8-7F92-2C0D943B63AC}"/>
              </a:ext>
            </a:extLst>
          </p:cNvPr>
          <p:cNvSpPr/>
          <p:nvPr/>
        </p:nvSpPr>
        <p:spPr>
          <a:xfrm>
            <a:off x="5016199" y="1085379"/>
            <a:ext cx="726909" cy="49913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Solar Panel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B71B808-2141-A2E8-A7CE-E976671EC627}"/>
              </a:ext>
            </a:extLst>
          </p:cNvPr>
          <p:cNvSpPr/>
          <p:nvPr/>
        </p:nvSpPr>
        <p:spPr>
          <a:xfrm>
            <a:off x="6438343" y="1085378"/>
            <a:ext cx="644779" cy="49913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Solar Board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A41D7A1-5578-08FC-3B44-5F8862504F90}"/>
              </a:ext>
            </a:extLst>
          </p:cNvPr>
          <p:cNvSpPr/>
          <p:nvPr/>
        </p:nvSpPr>
        <p:spPr>
          <a:xfrm>
            <a:off x="7514869" y="1355688"/>
            <a:ext cx="792768" cy="22882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Switch</a:t>
            </a:r>
          </a:p>
        </p:txBody>
      </p: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2270DBA3-A290-51F2-E218-A67F98F9DA90}"/>
              </a:ext>
            </a:extLst>
          </p:cNvPr>
          <p:cNvCxnSpPr>
            <a:cxnSpLocks/>
            <a:stCxn id="37" idx="2"/>
          </p:cNvCxnSpPr>
          <p:nvPr/>
        </p:nvCxnSpPr>
        <p:spPr>
          <a:xfrm rot="5400000">
            <a:off x="5521121" y="3959201"/>
            <a:ext cx="333137" cy="3300820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9007A78-69D6-6B84-D230-33D3135C3264}"/>
              </a:ext>
            </a:extLst>
          </p:cNvPr>
          <p:cNvCxnSpPr>
            <a:cxnSpLocks/>
            <a:stCxn id="37" idx="1"/>
          </p:cNvCxnSpPr>
          <p:nvPr/>
        </p:nvCxnSpPr>
        <p:spPr>
          <a:xfrm flipH="1">
            <a:off x="3981855" y="5328632"/>
            <a:ext cx="303385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5C58F9B8-912A-12D3-C7F3-30DFF267FB9F}"/>
              </a:ext>
            </a:extLst>
          </p:cNvPr>
          <p:cNvSpPr/>
          <p:nvPr/>
        </p:nvSpPr>
        <p:spPr>
          <a:xfrm>
            <a:off x="5420138" y="4445462"/>
            <a:ext cx="831532" cy="23204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Resistor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227BC87-B1F0-D630-E425-86D59E833E4F}"/>
              </a:ext>
            </a:extLst>
          </p:cNvPr>
          <p:cNvCxnSpPr>
            <a:cxnSpLocks/>
          </p:cNvCxnSpPr>
          <p:nvPr/>
        </p:nvCxnSpPr>
        <p:spPr>
          <a:xfrm flipV="1">
            <a:off x="5835904" y="4677508"/>
            <a:ext cx="0" cy="6666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8FCD4787-E094-DBCF-42FF-E8AF7CF98753}"/>
              </a:ext>
            </a:extLst>
          </p:cNvPr>
          <p:cNvCxnSpPr>
            <a:cxnSpLocks/>
            <a:stCxn id="16" idx="2"/>
            <a:endCxn id="42" idx="0"/>
          </p:cNvCxnSpPr>
          <p:nvPr/>
        </p:nvCxnSpPr>
        <p:spPr>
          <a:xfrm>
            <a:off x="5835904" y="3384822"/>
            <a:ext cx="0" cy="106064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831EB59C-7C64-8436-7166-D3F306BCFF1D}"/>
              </a:ext>
            </a:extLst>
          </p:cNvPr>
          <p:cNvCxnSpPr>
            <a:cxnSpLocks/>
            <a:endCxn id="37" idx="0"/>
          </p:cNvCxnSpPr>
          <p:nvPr/>
        </p:nvCxnSpPr>
        <p:spPr>
          <a:xfrm>
            <a:off x="3981855" y="2594043"/>
            <a:ext cx="3356244" cy="2620178"/>
          </a:xfrm>
          <a:prstGeom prst="bentConnector2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ectangle 53">
            <a:extLst>
              <a:ext uri="{FF2B5EF4-FFF2-40B4-BE49-F238E27FC236}">
                <a16:creationId xmlns:a16="http://schemas.microsoft.com/office/drawing/2014/main" id="{0081F9E0-B26F-82A3-5725-553A3339B027}"/>
              </a:ext>
            </a:extLst>
          </p:cNvPr>
          <p:cNvSpPr/>
          <p:nvPr/>
        </p:nvSpPr>
        <p:spPr>
          <a:xfrm>
            <a:off x="4502265" y="2996988"/>
            <a:ext cx="644779" cy="22882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LDR</a:t>
            </a: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E413F5FF-B9FF-5717-50B2-59A0AF1A8302}"/>
              </a:ext>
            </a:extLst>
          </p:cNvPr>
          <p:cNvCxnSpPr>
            <a:cxnSpLocks/>
            <a:stCxn id="54" idx="0"/>
          </p:cNvCxnSpPr>
          <p:nvPr/>
        </p:nvCxnSpPr>
        <p:spPr>
          <a:xfrm flipH="1" flipV="1">
            <a:off x="4824654" y="2594042"/>
            <a:ext cx="1" cy="40294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A52C95EB-186D-EC35-6D2D-B8DB5905EF0F}"/>
              </a:ext>
            </a:extLst>
          </p:cNvPr>
          <p:cNvCxnSpPr>
            <a:cxnSpLocks/>
            <a:stCxn id="16" idx="0"/>
          </p:cNvCxnSpPr>
          <p:nvPr/>
        </p:nvCxnSpPr>
        <p:spPr>
          <a:xfrm flipV="1">
            <a:off x="5835904" y="2594042"/>
            <a:ext cx="0" cy="56195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2704237D-CB39-9E59-65AC-8152D79BB228}"/>
              </a:ext>
            </a:extLst>
          </p:cNvPr>
          <p:cNvCxnSpPr>
            <a:cxnSpLocks/>
          </p:cNvCxnSpPr>
          <p:nvPr/>
        </p:nvCxnSpPr>
        <p:spPr>
          <a:xfrm>
            <a:off x="4062628" y="3429000"/>
            <a:ext cx="762026" cy="0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84C453E8-E90C-53D7-C451-2CDB855101D2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4062628" y="3710333"/>
            <a:ext cx="1773275" cy="0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Rectangle 77">
            <a:extLst>
              <a:ext uri="{FF2B5EF4-FFF2-40B4-BE49-F238E27FC236}">
                <a16:creationId xmlns:a16="http://schemas.microsoft.com/office/drawing/2014/main" id="{4E3BB9EA-2FF6-1D96-93A7-E54D57CC26FC}"/>
              </a:ext>
            </a:extLst>
          </p:cNvPr>
          <p:cNvSpPr/>
          <p:nvPr/>
        </p:nvSpPr>
        <p:spPr>
          <a:xfrm>
            <a:off x="7514869" y="1083305"/>
            <a:ext cx="792768" cy="22882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 Battery</a:t>
            </a:r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0B1B2AC9-32CB-9C6F-FD2B-8B96E9177804}"/>
              </a:ext>
            </a:extLst>
          </p:cNvPr>
          <p:cNvCxnSpPr>
            <a:stCxn id="17" idx="3"/>
            <a:endCxn id="18" idx="1"/>
          </p:cNvCxnSpPr>
          <p:nvPr/>
        </p:nvCxnSpPr>
        <p:spPr>
          <a:xfrm>
            <a:off x="5743108" y="1334944"/>
            <a:ext cx="69523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: Elbow 83">
            <a:extLst>
              <a:ext uri="{FF2B5EF4-FFF2-40B4-BE49-F238E27FC236}">
                <a16:creationId xmlns:a16="http://schemas.microsoft.com/office/drawing/2014/main" id="{654732C0-5CF0-5EB2-2346-44613381F04B}"/>
              </a:ext>
            </a:extLst>
          </p:cNvPr>
          <p:cNvCxnSpPr>
            <a:cxnSpLocks/>
            <a:stCxn id="78" idx="1"/>
            <a:endCxn id="18" idx="3"/>
          </p:cNvCxnSpPr>
          <p:nvPr/>
        </p:nvCxnSpPr>
        <p:spPr>
          <a:xfrm rot="10800000" flipV="1">
            <a:off x="7083123" y="1197716"/>
            <a:ext cx="431747" cy="137228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: Elbow 85">
            <a:extLst>
              <a:ext uri="{FF2B5EF4-FFF2-40B4-BE49-F238E27FC236}">
                <a16:creationId xmlns:a16="http://schemas.microsoft.com/office/drawing/2014/main" id="{AFC88A11-22FA-A367-A53F-DF5BC9ABD652}"/>
              </a:ext>
            </a:extLst>
          </p:cNvPr>
          <p:cNvCxnSpPr>
            <a:cxnSpLocks/>
            <a:stCxn id="19" idx="1"/>
            <a:endCxn id="18" idx="3"/>
          </p:cNvCxnSpPr>
          <p:nvPr/>
        </p:nvCxnSpPr>
        <p:spPr>
          <a:xfrm rot="10800000">
            <a:off x="7083123" y="1334945"/>
            <a:ext cx="431747" cy="135155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: Elbow 89">
            <a:extLst>
              <a:ext uri="{FF2B5EF4-FFF2-40B4-BE49-F238E27FC236}">
                <a16:creationId xmlns:a16="http://schemas.microsoft.com/office/drawing/2014/main" id="{03340BE0-5724-3122-1175-EE869B6A6CE6}"/>
              </a:ext>
            </a:extLst>
          </p:cNvPr>
          <p:cNvCxnSpPr>
            <a:cxnSpLocks/>
          </p:cNvCxnSpPr>
          <p:nvPr/>
        </p:nvCxnSpPr>
        <p:spPr>
          <a:xfrm rot="10800000" flipV="1">
            <a:off x="3981864" y="1569034"/>
            <a:ext cx="2582839" cy="390720"/>
          </a:xfrm>
          <a:prstGeom prst="bentConnector3">
            <a:avLst>
              <a:gd name="adj1" fmla="val 236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: Elbow 91">
            <a:extLst>
              <a:ext uri="{FF2B5EF4-FFF2-40B4-BE49-F238E27FC236}">
                <a16:creationId xmlns:a16="http://schemas.microsoft.com/office/drawing/2014/main" id="{BF6FE0A7-C6AA-ADF6-2696-3AD19D4F854C}"/>
              </a:ext>
            </a:extLst>
          </p:cNvPr>
          <p:cNvCxnSpPr>
            <a:cxnSpLocks/>
            <a:stCxn id="18" idx="2"/>
          </p:cNvCxnSpPr>
          <p:nvPr/>
        </p:nvCxnSpPr>
        <p:spPr>
          <a:xfrm rot="5400000">
            <a:off x="5109789" y="511999"/>
            <a:ext cx="578435" cy="2723454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928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7B3A48E-ABA9-E70C-7A3E-D34016856F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9837" y="2438200"/>
            <a:ext cx="7492325" cy="3438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6129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20687EC33A54A409EA5AEE64BC8B541" ma:contentTypeVersion="7" ma:contentTypeDescription="Create a new document." ma:contentTypeScope="" ma:versionID="25e53fdaf136efd65d67c912ea2e6008">
  <xsd:schema xmlns:xsd="http://www.w3.org/2001/XMLSchema" xmlns:xs="http://www.w3.org/2001/XMLSchema" xmlns:p="http://schemas.microsoft.com/office/2006/metadata/properties" xmlns:ns2="f28bd323-a8bc-4479-87a5-867dae8b5e10" targetNamespace="http://schemas.microsoft.com/office/2006/metadata/properties" ma:root="true" ma:fieldsID="4c21d507e1dbefeeaed8fa7b48caa39b" ns2:_="">
    <xsd:import namespace="f28bd323-a8bc-4479-87a5-867dae8b5e1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8bd323-a8bc-4479-87a5-867dae8b5e1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5B7DE62-971A-4DD0-8ED3-F68B23FB017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C4F4F1A-E2F8-47C8-BE1F-08617D314A9B}">
  <ds:schemaRefs>
    <ds:schemaRef ds:uri="http://purl.org/dc/dcmitype/"/>
    <ds:schemaRef ds:uri="http://purl.org/dc/terms/"/>
    <ds:schemaRef ds:uri="http://schemas.microsoft.com/office/infopath/2007/PartnerControls"/>
    <ds:schemaRef ds:uri="http://www.w3.org/XML/1998/namespace"/>
    <ds:schemaRef ds:uri="f28bd323-a8bc-4479-87a5-867dae8b5e10"/>
    <ds:schemaRef ds:uri="http://schemas.openxmlformats.org/package/2006/metadata/core-properties"/>
    <ds:schemaRef ds:uri="http://schemas.microsoft.com/office/2006/documentManagement/types"/>
    <ds:schemaRef ds:uri="http://schemas.microsoft.com/office/2006/metadata/properties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09CD88DB-EE0F-4617-9520-E29334EA23E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28bd323-a8bc-4479-87a5-867dae8b5e1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294</TotalTime>
  <Words>169</Words>
  <Application>Microsoft Office PowerPoint</Application>
  <PresentationFormat>Widescreen</PresentationFormat>
  <Paragraphs>61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The University of Liverpool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Taher, Hamza</dc:creator>
  <cp:lastModifiedBy>Taher, Hamza</cp:lastModifiedBy>
  <cp:revision>3</cp:revision>
  <dcterms:created xsi:type="dcterms:W3CDTF">2026-01-28T19:20:46Z</dcterms:created>
  <dcterms:modified xsi:type="dcterms:W3CDTF">2026-03-08T18:45:18Z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0x010100D20687EC33A54A409EA5AEE64BC8B541</vt:lpwstr>
  </property>
</Properties>
</file>