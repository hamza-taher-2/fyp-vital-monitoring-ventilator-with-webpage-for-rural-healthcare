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56" r:id="rId5"/>
    <p:sldId id="259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1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7D7A14-136A-4FDD-B48C-313BCF4377DB}" v="1" dt="2026-02-09T15:38:53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31"/>
  </p:normalViewPr>
  <p:slideViewPr>
    <p:cSldViewPr snapToGrid="0">
      <p:cViewPr varScale="1">
        <p:scale>
          <a:sx n="105" d="100"/>
          <a:sy n="105" d="100"/>
        </p:scale>
        <p:origin x="5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her, Hamza" userId="584ffbb0-e3fe-498c-9db0-4f8ad55e978a" providerId="ADAL" clId="{4B9100E8-3D3D-4F2E-B373-638333481E3C}"/>
    <pc:docChg chg="addSld delSld modSld">
      <pc:chgData name="Taher, Hamza" userId="584ffbb0-e3fe-498c-9db0-4f8ad55e978a" providerId="ADAL" clId="{4B9100E8-3D3D-4F2E-B373-638333481E3C}" dt="2026-02-09T15:39:20.727" v="400" actId="14100"/>
      <pc:docMkLst>
        <pc:docMk/>
      </pc:docMkLst>
      <pc:sldChg chg="addSp modSp add mod setBg">
        <pc:chgData name="Taher, Hamza" userId="584ffbb0-e3fe-498c-9db0-4f8ad55e978a" providerId="ADAL" clId="{4B9100E8-3D3D-4F2E-B373-638333481E3C}" dt="2026-02-09T15:39:20.727" v="400" actId="14100"/>
        <pc:sldMkLst>
          <pc:docMk/>
          <pc:sldMk cId="1429462951" sldId="259"/>
        </pc:sldMkLst>
        <pc:spChg chg="mod">
          <ac:chgData name="Taher, Hamza" userId="584ffbb0-e3fe-498c-9db0-4f8ad55e978a" providerId="ADAL" clId="{4B9100E8-3D3D-4F2E-B373-638333481E3C}" dt="2026-02-05T19:05:32.380" v="376" actId="1076"/>
          <ac:spMkLst>
            <pc:docMk/>
            <pc:sldMk cId="1429462951" sldId="259"/>
            <ac:spMk id="5" creationId="{84D4C064-1820-961D-BCF8-06EE325D4185}"/>
          </ac:spMkLst>
        </pc:spChg>
        <pc:spChg chg="mod">
          <ac:chgData name="Taher, Hamza" userId="584ffbb0-e3fe-498c-9db0-4f8ad55e978a" providerId="ADAL" clId="{4B9100E8-3D3D-4F2E-B373-638333481E3C}" dt="2026-02-09T15:39:17.710" v="399" actId="1076"/>
          <ac:spMkLst>
            <pc:docMk/>
            <pc:sldMk cId="1429462951" sldId="259"/>
            <ac:spMk id="6" creationId="{9AF6574D-1707-E218-CBDC-4E066FB3CDA4}"/>
          </ac:spMkLst>
        </pc:spChg>
        <pc:spChg chg="mod">
          <ac:chgData name="Taher, Hamza" userId="584ffbb0-e3fe-498c-9db0-4f8ad55e978a" providerId="ADAL" clId="{4B9100E8-3D3D-4F2E-B373-638333481E3C}" dt="2026-02-09T15:39:20.727" v="400" actId="14100"/>
          <ac:spMkLst>
            <pc:docMk/>
            <pc:sldMk cId="1429462951" sldId="259"/>
            <ac:spMk id="8" creationId="{FD9C587F-9759-51D6-BDDD-46EE18934698}"/>
          </ac:spMkLst>
        </pc:spChg>
        <pc:spChg chg="mod">
          <ac:chgData name="Taher, Hamza" userId="584ffbb0-e3fe-498c-9db0-4f8ad55e978a" providerId="ADAL" clId="{4B9100E8-3D3D-4F2E-B373-638333481E3C}" dt="2026-02-05T19:05:32.380" v="376" actId="1076"/>
          <ac:spMkLst>
            <pc:docMk/>
            <pc:sldMk cId="1429462951" sldId="259"/>
            <ac:spMk id="9" creationId="{92992D57-7D76-7FA5-0854-ACD2434D627D}"/>
          </ac:spMkLst>
        </pc:spChg>
        <pc:picChg chg="add mod">
          <ac:chgData name="Taher, Hamza" userId="584ffbb0-e3fe-498c-9db0-4f8ad55e978a" providerId="ADAL" clId="{4B9100E8-3D3D-4F2E-B373-638333481E3C}" dt="2026-02-05T19:04:35.323" v="370" actId="1076"/>
          <ac:picMkLst>
            <pc:docMk/>
            <pc:sldMk cId="1429462951" sldId="259"/>
            <ac:picMk id="3" creationId="{D443F36A-D5C2-A7B5-878A-BB41CFFFE58D}"/>
          </ac:picMkLst>
        </pc:picChg>
        <pc:picChg chg="add mod">
          <ac:chgData name="Taher, Hamza" userId="584ffbb0-e3fe-498c-9db0-4f8ad55e978a" providerId="ADAL" clId="{4B9100E8-3D3D-4F2E-B373-638333481E3C}" dt="2026-02-05T19:04:43.202" v="373" actId="1076"/>
          <ac:picMkLst>
            <pc:docMk/>
            <pc:sldMk cId="1429462951" sldId="259"/>
            <ac:picMk id="10" creationId="{709221C6-7876-F95E-1CC8-8C591A5F63F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B7AD8-B2FE-0347-AB8D-BED37872509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9DD8CA-514D-9743-B51D-A5C67A63F3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805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DD8CA-514D-9743-B51D-A5C67A63F3B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692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8E081-0D0D-6CB8-D445-16B59E9F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1726D-EC2E-6949-E4CF-3B0735C9F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DDB92-F434-1C79-73B6-4193DF7E2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BF894-9D97-DE47-B363-F253D3ACD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DD8CA-514D-9743-B51D-A5C67A63F3B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934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2AA2-F3DA-47F6-B17D-5DCCBA6A4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63D4E-FC68-8EE0-7497-3245A947F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9AF3C-6981-F392-9BBF-C7F001BD6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EFE0-4E9A-B94E-8C62-80439726A2AF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C36F2-E630-CE34-BE7A-2827FE02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4E687-03AD-D89E-64FE-4FE4A0E3D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8ABBF-4FAF-9749-90B6-8054B17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78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F51C8-2E31-6E6B-C55F-68FED6821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96C1A-D601-1957-5723-0E78F1215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869C8-86FD-DEBF-9B24-C40C0AD4A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EFE0-4E9A-B94E-8C62-80439726A2AF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BF7F0-35DE-C7A0-1BD4-B44C139C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D8C26-7F26-87D1-3FF9-DD8E1628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8ABBF-4FAF-9749-90B6-8054B17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144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A45D9-AC68-30F1-93EB-FB6CAA8A1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284C7-E04D-3B08-B56F-8D8C97A67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63445-07FD-3272-0FC4-9D776AD83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EFE0-4E9A-B94E-8C62-80439726A2AF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CF7C5-A687-38EA-9E22-477CCD96C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4776F-0F0F-DE47-4EFA-1FFD38A3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8ABBF-4FAF-9749-90B6-8054B17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91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7383-1DF5-E4BB-0F4A-9CA13D84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EAED-F20F-4C0C-A3B3-6B5D6E3DC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A8D9B-F073-EF1B-13BF-4EF56AF9A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90E24-90CE-83B2-F406-2E328467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EFE0-4E9A-B94E-8C62-80439726A2AF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B346E-B895-D085-F5ED-1F6797DA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10B72-F882-EB86-60AC-2C510475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8ABBF-4FAF-9749-90B6-8054B17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910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75577-52B0-173C-1760-7F9E0ED0C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664BC-8BB1-84D0-7DBC-ADE51E111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9B531-07CC-2B3E-E4B0-D9599832F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6836DD-DC4E-6951-8323-4A516E1F9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998607-1E35-3610-7E2A-86416B11D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A6ECC0-5B6D-6044-8398-015306451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EFE0-4E9A-B94E-8C62-80439726A2AF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3BBAFE-F790-1305-8390-F9451ED85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8BB8DA-2260-A73A-B425-2CCFDA0CA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8ABBF-4FAF-9749-90B6-8054B17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588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76F28-5887-33CA-246B-D82FE67A9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89781-A167-7F59-1626-ACD85A1AB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EFE0-4E9A-B94E-8C62-80439726A2AF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FCE8D-B020-4020-CC04-85641C13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EDF7E-6B3C-CC19-1710-F2F367F9A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8ABBF-4FAF-9749-90B6-8054B17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470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BA4B73-3532-8300-CA1F-72782088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EFE0-4E9A-B94E-8C62-80439726A2AF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5794E-ACB4-6016-CC02-94AFE3D91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F009C-6AD9-94E2-1160-3923A8671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8ABBF-4FAF-9749-90B6-8054B17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5749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082EE-7A35-DB53-9199-831B4CB7F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A1ED1-37B2-8F5E-439A-8E62F0866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D90AC-CF29-1C66-BEDA-0A4642791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0D0B7-3FEE-56A0-27A4-B98F3A05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EFE0-4E9A-B94E-8C62-80439726A2AF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994BA-2F94-5F25-9272-704D33E7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7A403-F095-94A6-A93A-BD83227A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8ABBF-4FAF-9749-90B6-8054B17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480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3628E-F643-3FE4-CDCC-646C82252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866DD9-98E2-242F-0713-F813FDF09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D98952-751E-F758-BD9D-9FF9A99C2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E5985-C53E-BD94-AAC2-B7B3D886C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EFE0-4E9A-B94E-8C62-80439726A2AF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30D36-BCE6-904C-3D99-FF412284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49393-185D-5643-9D40-0C579E0F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8ABBF-4FAF-9749-90B6-8054B17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868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F8AC-20E6-CCF1-6E3A-FA77144E5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A5F31-AD32-900C-CAD3-12BF4ECF9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98860-04BC-DE39-45CC-80347B4B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EFE0-4E9A-B94E-8C62-80439726A2AF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F287A-05AB-9AA6-25A1-59E9C845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DAAC6-3051-6F01-8753-635B8812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8ABBF-4FAF-9749-90B6-8054B17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53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A1B4C2-8A8C-A77B-F672-4BF10B692B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A088E-0F3B-DBAD-BF6C-327E37337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2F64A-7B64-CBCC-4280-76DFDDA86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EFE0-4E9A-B94E-8C62-80439726A2AF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1B213-F74D-677E-1EAC-C04253C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F11FD-F4B6-915B-0254-AA571A543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8ABBF-4FAF-9749-90B6-8054B17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35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6569F-76BE-84B1-3410-0AEDE02A1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EE121-74F3-D047-3965-4A1254C8F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E36C0-8FBC-7EF5-6D8A-DA6A1532A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BEFE0-4E9A-B94E-8C62-80439726A2AF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3DB5F-DB42-53B6-851D-93BB423A8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770D8-DEA8-9EC6-625D-0475CED1F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8ABBF-4FAF-9749-90B6-8054B17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415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11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5B6AFBB-E3BD-52FE-6FEB-C6910EEDF47D}"/>
              </a:ext>
            </a:extLst>
          </p:cNvPr>
          <p:cNvSpPr/>
          <p:nvPr/>
        </p:nvSpPr>
        <p:spPr>
          <a:xfrm>
            <a:off x="0" y="0"/>
            <a:ext cx="12192000" cy="1004048"/>
          </a:xfrm>
          <a:custGeom>
            <a:avLst/>
            <a:gdLst>
              <a:gd name="connsiteX0" fmla="*/ 0 w 12192000"/>
              <a:gd name="connsiteY0" fmla="*/ 0 h 1004048"/>
              <a:gd name="connsiteX1" fmla="*/ 12192000 w 12192000"/>
              <a:gd name="connsiteY1" fmla="*/ 0 h 1004048"/>
              <a:gd name="connsiteX2" fmla="*/ 12192000 w 12192000"/>
              <a:gd name="connsiteY2" fmla="*/ 666371 h 1004048"/>
              <a:gd name="connsiteX3" fmla="*/ 11854323 w 12192000"/>
              <a:gd name="connsiteY3" fmla="*/ 1004048 h 1004048"/>
              <a:gd name="connsiteX4" fmla="*/ 337677 w 12192000"/>
              <a:gd name="connsiteY4" fmla="*/ 1004048 h 1004048"/>
              <a:gd name="connsiteX5" fmla="*/ 0 w 12192000"/>
              <a:gd name="connsiteY5" fmla="*/ 666371 h 1004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004048">
                <a:moveTo>
                  <a:pt x="0" y="0"/>
                </a:moveTo>
                <a:lnTo>
                  <a:pt x="12192000" y="0"/>
                </a:lnTo>
                <a:lnTo>
                  <a:pt x="12192000" y="666371"/>
                </a:lnTo>
                <a:cubicBezTo>
                  <a:pt x="12192000" y="852865"/>
                  <a:pt x="12040817" y="1004048"/>
                  <a:pt x="11854323" y="1004048"/>
                </a:cubicBezTo>
                <a:lnTo>
                  <a:pt x="337677" y="1004048"/>
                </a:lnTo>
                <a:cubicBezTo>
                  <a:pt x="151183" y="1004048"/>
                  <a:pt x="0" y="852865"/>
                  <a:pt x="0" y="6663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DF0AA4-321F-57A1-25A8-10C4AD0AF4C6}"/>
              </a:ext>
            </a:extLst>
          </p:cNvPr>
          <p:cNvSpPr/>
          <p:nvPr/>
        </p:nvSpPr>
        <p:spPr>
          <a:xfrm>
            <a:off x="1427181" y="1520288"/>
            <a:ext cx="9319708" cy="16126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5999B0-EDFF-ADFE-ED5D-C636AED16947}"/>
              </a:ext>
            </a:extLst>
          </p:cNvPr>
          <p:cNvSpPr/>
          <p:nvPr/>
        </p:nvSpPr>
        <p:spPr>
          <a:xfrm>
            <a:off x="1436146" y="3707535"/>
            <a:ext cx="9319708" cy="296220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C454D0-7D55-4A56-15D8-812047C7027B}"/>
              </a:ext>
            </a:extLst>
          </p:cNvPr>
          <p:cNvSpPr txBox="1"/>
          <p:nvPr/>
        </p:nvSpPr>
        <p:spPr>
          <a:xfrm>
            <a:off x="1436146" y="3707535"/>
            <a:ext cx="93107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Readings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Rate:						       	               	 72 BPM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Heart Rate: 					     	                 75 BPM 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Heart Rate: 						    	               112 BPM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 Heart Rate: 						       	 64 BPM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Temperature: 						             		       23°C 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Blood Oxygen: 						   	             98% SpO2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 Pressure: 						      		80 PaO2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Humidity: 						      		 80% HD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4467EC-9175-3DFF-6584-AA7881A6A61E}"/>
              </a:ext>
            </a:extLst>
          </p:cNvPr>
          <p:cNvSpPr txBox="1"/>
          <p:nvPr/>
        </p:nvSpPr>
        <p:spPr>
          <a:xfrm>
            <a:off x="1427181" y="1437130"/>
            <a:ext cx="93197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 Information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 Name:					               		         Simran Khan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 ID: 						         		    19023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Location:						            Khulna, Bangladesh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Time:							                              12:08 BST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18EF8F-1391-24A3-CF68-B81E76537F96}"/>
              </a:ext>
            </a:extLst>
          </p:cNvPr>
          <p:cNvSpPr txBox="1"/>
          <p:nvPr/>
        </p:nvSpPr>
        <p:spPr>
          <a:xfrm>
            <a:off x="0" y="45171"/>
            <a:ext cx="63362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 Akhter’s Monitor Log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5EFE95-D301-DC2C-B5F3-5ECD7C7CAD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50" t="20309" r="17919" b="18766"/>
          <a:stretch>
            <a:fillRect/>
          </a:stretch>
        </p:blipFill>
        <p:spPr>
          <a:xfrm>
            <a:off x="11166437" y="60958"/>
            <a:ext cx="809011" cy="8251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A22681-1313-A606-2F17-09C03C7F41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88" t="12174" r="16747" b="12821"/>
          <a:stretch>
            <a:fillRect/>
          </a:stretch>
        </p:blipFill>
        <p:spPr>
          <a:xfrm>
            <a:off x="10029713" y="93484"/>
            <a:ext cx="717177" cy="76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92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11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CA4E95-ECDC-1790-612D-9B359E33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343DE00-1576-4A5B-4AB8-FED06C9FD280}"/>
              </a:ext>
            </a:extLst>
          </p:cNvPr>
          <p:cNvSpPr/>
          <p:nvPr/>
        </p:nvSpPr>
        <p:spPr>
          <a:xfrm>
            <a:off x="0" y="0"/>
            <a:ext cx="12192000" cy="1004048"/>
          </a:xfrm>
          <a:custGeom>
            <a:avLst/>
            <a:gdLst>
              <a:gd name="connsiteX0" fmla="*/ 0 w 12192000"/>
              <a:gd name="connsiteY0" fmla="*/ 0 h 1004048"/>
              <a:gd name="connsiteX1" fmla="*/ 12192000 w 12192000"/>
              <a:gd name="connsiteY1" fmla="*/ 0 h 1004048"/>
              <a:gd name="connsiteX2" fmla="*/ 12192000 w 12192000"/>
              <a:gd name="connsiteY2" fmla="*/ 666371 h 1004048"/>
              <a:gd name="connsiteX3" fmla="*/ 11854323 w 12192000"/>
              <a:gd name="connsiteY3" fmla="*/ 1004048 h 1004048"/>
              <a:gd name="connsiteX4" fmla="*/ 337677 w 12192000"/>
              <a:gd name="connsiteY4" fmla="*/ 1004048 h 1004048"/>
              <a:gd name="connsiteX5" fmla="*/ 0 w 12192000"/>
              <a:gd name="connsiteY5" fmla="*/ 666371 h 1004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004048">
                <a:moveTo>
                  <a:pt x="0" y="0"/>
                </a:moveTo>
                <a:lnTo>
                  <a:pt x="12192000" y="0"/>
                </a:lnTo>
                <a:lnTo>
                  <a:pt x="12192000" y="666371"/>
                </a:lnTo>
                <a:cubicBezTo>
                  <a:pt x="12192000" y="852865"/>
                  <a:pt x="12040817" y="1004048"/>
                  <a:pt x="11854323" y="1004048"/>
                </a:cubicBezTo>
                <a:lnTo>
                  <a:pt x="337677" y="1004048"/>
                </a:lnTo>
                <a:cubicBezTo>
                  <a:pt x="151183" y="1004048"/>
                  <a:pt x="0" y="852865"/>
                  <a:pt x="0" y="6663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D9C587F-9759-51D6-BDDD-46EE18934698}"/>
              </a:ext>
            </a:extLst>
          </p:cNvPr>
          <p:cNvSpPr/>
          <p:nvPr/>
        </p:nvSpPr>
        <p:spPr>
          <a:xfrm>
            <a:off x="824914" y="1354527"/>
            <a:ext cx="5875827" cy="188503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992D57-7D76-7FA5-0854-ACD2434D627D}"/>
              </a:ext>
            </a:extLst>
          </p:cNvPr>
          <p:cNvSpPr/>
          <p:nvPr/>
        </p:nvSpPr>
        <p:spPr>
          <a:xfrm>
            <a:off x="824914" y="3429000"/>
            <a:ext cx="5875827" cy="296220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4C064-1820-961D-BCF8-06EE325D4185}"/>
              </a:ext>
            </a:extLst>
          </p:cNvPr>
          <p:cNvSpPr txBox="1"/>
          <p:nvPr/>
        </p:nvSpPr>
        <p:spPr>
          <a:xfrm>
            <a:off x="898067" y="3429000"/>
            <a:ext cx="58026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Readings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Rate:			                    72 BPM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Heart Rate: 		                    75 BPM 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Heart Rate: 			                  112 BPM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 Heart Rate: 		                    64 BPM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Temperature: 			                         23°C 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Blood Oxygen: 			                98% SpO2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 Pressure: 			                   80 PaO2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Humidity: 			                    80% HD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F6574D-1707-E218-CBDC-4E066FB3CDA4}"/>
              </a:ext>
            </a:extLst>
          </p:cNvPr>
          <p:cNvSpPr txBox="1"/>
          <p:nvPr/>
        </p:nvSpPr>
        <p:spPr>
          <a:xfrm>
            <a:off x="861490" y="1300572"/>
            <a:ext cx="58758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 Information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 Name:			            Simran Khan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 ID: 			                        19023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Location: 			Khulna, Bangladesh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Date:				              09/02/2026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Time:				                 12:08 BST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43A902-5649-7B6E-B814-935DD52D0A49}"/>
              </a:ext>
            </a:extLst>
          </p:cNvPr>
          <p:cNvSpPr txBox="1"/>
          <p:nvPr/>
        </p:nvSpPr>
        <p:spPr>
          <a:xfrm>
            <a:off x="0" y="45171"/>
            <a:ext cx="63362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 Akhter’s Monitor Log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D76CAE-A319-4FFB-F8D7-7D0A5ACE48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50" t="20309" r="17919" b="18766"/>
          <a:stretch>
            <a:fillRect/>
          </a:stretch>
        </p:blipFill>
        <p:spPr>
          <a:xfrm>
            <a:off x="11166437" y="60958"/>
            <a:ext cx="809011" cy="8251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1C78DF-4646-A06E-584E-0EE3058FEB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88" t="12174" r="16747" b="12821"/>
          <a:stretch>
            <a:fillRect/>
          </a:stretch>
        </p:blipFill>
        <p:spPr>
          <a:xfrm>
            <a:off x="10029713" y="93484"/>
            <a:ext cx="717177" cy="7601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43F36A-D5C2-A7B5-878A-BB41CFFFE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350" y="1097532"/>
            <a:ext cx="4359735" cy="2589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9221C6-7876-F95E-1CC8-8C591A5F63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7350" y="3893412"/>
            <a:ext cx="4359736" cy="258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62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280FC5-AE57-E1FB-0E0F-5D5648C24C0B}"/>
              </a:ext>
            </a:extLst>
          </p:cNvPr>
          <p:cNvSpPr txBox="1"/>
          <p:nvPr/>
        </p:nvSpPr>
        <p:spPr>
          <a:xfrm>
            <a:off x="1054249" y="720762"/>
            <a:ext cx="4636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Could add diagrams of the heart rate, etc</a:t>
            </a:r>
          </a:p>
        </p:txBody>
      </p:sp>
    </p:spTree>
    <p:extLst>
      <p:ext uri="{BB962C8B-B14F-4D97-AF65-F5344CB8AC3E}">
        <p14:creationId xmlns:p14="http://schemas.microsoft.com/office/powerpoint/2010/main" val="129597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687EC33A54A409EA5AEE64BC8B541" ma:contentTypeVersion="7" ma:contentTypeDescription="Create a new document." ma:contentTypeScope="" ma:versionID="25e53fdaf136efd65d67c912ea2e6008">
  <xsd:schema xmlns:xsd="http://www.w3.org/2001/XMLSchema" xmlns:xs="http://www.w3.org/2001/XMLSchema" xmlns:p="http://schemas.microsoft.com/office/2006/metadata/properties" xmlns:ns2="f28bd323-a8bc-4479-87a5-867dae8b5e10" targetNamespace="http://schemas.microsoft.com/office/2006/metadata/properties" ma:root="true" ma:fieldsID="4c21d507e1dbefeeaed8fa7b48caa39b" ns2:_="">
    <xsd:import namespace="f28bd323-a8bc-4479-87a5-867dae8b5e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8bd323-a8bc-4479-87a5-867dae8b5e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01699F-5411-4403-B03A-93BC183EC235}">
  <ds:schemaRefs>
    <ds:schemaRef ds:uri="http://schemas.openxmlformats.org/package/2006/metadata/core-properties"/>
    <ds:schemaRef ds:uri="http://purl.org/dc/dcmitype/"/>
    <ds:schemaRef ds:uri="http://purl.org/dc/elements/1.1/"/>
    <ds:schemaRef ds:uri="f28bd323-a8bc-4479-87a5-867dae8b5e10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9003D38-C515-4CB7-820F-7B7FBB9E57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07971B-750A-4410-AC97-3BB68B24B2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8bd323-a8bc-4479-87a5-867dae8b5e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314</Words>
  <Application>Microsoft Office PowerPoint</Application>
  <PresentationFormat>Widescreen</PresentationFormat>
  <Paragraphs>34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Taher, Hamza</dc:creator>
  <cp:lastModifiedBy>Taher, Hamza</cp:lastModifiedBy>
  <cp:revision>1</cp:revision>
  <dcterms:created xsi:type="dcterms:W3CDTF">2025-10-10T08:40:02Z</dcterms:created>
  <dcterms:modified xsi:type="dcterms:W3CDTF">2026-02-09T15:39:29Z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0x010100D20687EC33A54A409EA5AEE64BC8B541</vt:lpwstr>
  </property>
</Properties>
</file>