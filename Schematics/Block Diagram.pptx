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A52"/>
    <a:srgbClr val="D97653"/>
    <a:srgbClr val="7E9B4D"/>
    <a:srgbClr val="B088D6"/>
    <a:srgbClr val="96CFC3"/>
    <a:srgbClr val="D68598"/>
    <a:srgbClr val="822F23"/>
    <a:srgbClr val="E5C7AF"/>
    <a:srgbClr val="F1A19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DB984-F366-4F4E-9F73-520C12F1326E}" v="3" dt="2026-03-08T12:52:49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41" d="100"/>
          <a:sy n="141" d="100"/>
        </p:scale>
        <p:origin x="-6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er, Hamza" userId="584ffbb0-e3fe-498c-9db0-4f8ad55e978a" providerId="ADAL" clId="{4B9100E8-3D3D-4F2E-B373-638333481E3C}"/>
    <pc:docChg chg="undo custSel addSld delSld modSld sldOrd">
      <pc:chgData name="Taher, Hamza" userId="584ffbb0-e3fe-498c-9db0-4f8ad55e978a" providerId="ADAL" clId="{4B9100E8-3D3D-4F2E-B373-638333481E3C}" dt="2026-03-08T13:00:24.750" v="1050" actId="14100"/>
      <pc:docMkLst>
        <pc:docMk/>
      </pc:docMkLst>
      <pc:sldChg chg="addSp delSp modSp add mod ord">
        <pc:chgData name="Taher, Hamza" userId="584ffbb0-e3fe-498c-9db0-4f8ad55e978a" providerId="ADAL" clId="{4B9100E8-3D3D-4F2E-B373-638333481E3C}" dt="2026-02-25T14:49:42.951" v="566" actId="20577"/>
        <pc:sldMkLst>
          <pc:docMk/>
          <pc:sldMk cId="3810084948" sldId="260"/>
        </pc:sldMkLst>
        <pc:spChg chg="mod">
          <ac:chgData name="Taher, Hamza" userId="584ffbb0-e3fe-498c-9db0-4f8ad55e978a" providerId="ADAL" clId="{4B9100E8-3D3D-4F2E-B373-638333481E3C}" dt="2026-02-25T14:49:42.951" v="566" actId="20577"/>
          <ac:spMkLst>
            <pc:docMk/>
            <pc:sldMk cId="3810084948" sldId="260"/>
            <ac:spMk id="45" creationId="{40A62B9A-22D2-D4A6-B945-AF13479757EE}"/>
          </ac:spMkLst>
        </pc:spChg>
      </pc:sldChg>
      <pc:sldChg chg="addSp delSp modSp add mod">
        <pc:chgData name="Taher, Hamza" userId="584ffbb0-e3fe-498c-9db0-4f8ad55e978a" providerId="ADAL" clId="{4B9100E8-3D3D-4F2E-B373-638333481E3C}" dt="2026-02-27T01:27:01.628" v="883" actId="1076"/>
        <pc:sldMkLst>
          <pc:docMk/>
          <pc:sldMk cId="1593531831" sldId="261"/>
        </pc:sldMkLst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2" creationId="{F1121959-4FAE-2E37-B6CF-83E0860FD39A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3" creationId="{D3011637-565D-4951-C7DE-4CDBBDB13CBC}"/>
          </ac:spMkLst>
        </pc:spChg>
        <pc:spChg chg="mod">
          <ac:chgData name="Taher, Hamza" userId="584ffbb0-e3fe-498c-9db0-4f8ad55e978a" providerId="ADAL" clId="{4B9100E8-3D3D-4F2E-B373-638333481E3C}" dt="2026-02-25T14:44:27.110" v="482" actId="1076"/>
          <ac:spMkLst>
            <pc:docMk/>
            <pc:sldMk cId="1593531831" sldId="261"/>
            <ac:spMk id="4" creationId="{C7153F87-7FB4-405A-6C7F-E3405D3F5AD9}"/>
          </ac:spMkLst>
        </pc:spChg>
        <pc:spChg chg="mod">
          <ac:chgData name="Taher, Hamza" userId="584ffbb0-e3fe-498c-9db0-4f8ad55e978a" providerId="ADAL" clId="{4B9100E8-3D3D-4F2E-B373-638333481E3C}" dt="2026-02-25T14:50:07.955" v="569" actId="14100"/>
          <ac:spMkLst>
            <pc:docMk/>
            <pc:sldMk cId="1593531831" sldId="261"/>
            <ac:spMk id="5" creationId="{6B24938C-E1E0-C5F1-CA10-700EB036A5E6}"/>
          </ac:spMkLst>
        </pc:spChg>
        <pc:spChg chg="mod">
          <ac:chgData name="Taher, Hamza" userId="584ffbb0-e3fe-498c-9db0-4f8ad55e978a" providerId="ADAL" clId="{4B9100E8-3D3D-4F2E-B373-638333481E3C}" dt="2026-02-25T14:50:03.564" v="568" actId="1076"/>
          <ac:spMkLst>
            <pc:docMk/>
            <pc:sldMk cId="1593531831" sldId="261"/>
            <ac:spMk id="6" creationId="{C0B257D7-05C7-61C5-E250-74308D452DEE}"/>
          </ac:spMkLst>
        </pc:spChg>
        <pc:spChg chg="mod">
          <ac:chgData name="Taher, Hamza" userId="584ffbb0-e3fe-498c-9db0-4f8ad55e978a" providerId="ADAL" clId="{4B9100E8-3D3D-4F2E-B373-638333481E3C}" dt="2026-02-25T14:44:52.646" v="488" actId="1076"/>
          <ac:spMkLst>
            <pc:docMk/>
            <pc:sldMk cId="1593531831" sldId="261"/>
            <ac:spMk id="7" creationId="{9D338D5B-D141-4A6E-B7DF-9A34CC1FDF3D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8" creationId="{4427AC10-0C27-425B-F6BC-055EFD24BDE3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9" creationId="{E82F7EA0-3339-0086-D3A9-DD36DFA2A5BB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10" creationId="{8D56928E-B8DF-3039-DAC7-AE18516A718E}"/>
          </ac:spMkLst>
        </pc:spChg>
        <pc:spChg chg="add mod">
          <ac:chgData name="Taher, Hamza" userId="584ffbb0-e3fe-498c-9db0-4f8ad55e978a" providerId="ADAL" clId="{4B9100E8-3D3D-4F2E-B373-638333481E3C}" dt="2026-02-25T14:50:18.303" v="571" actId="1076"/>
          <ac:spMkLst>
            <pc:docMk/>
            <pc:sldMk cId="1593531831" sldId="261"/>
            <ac:spMk id="12" creationId="{D77663AE-DC6E-D771-D089-AE0947B731F6}"/>
          </ac:spMkLst>
        </pc:spChg>
        <pc:spChg chg="mod">
          <ac:chgData name="Taher, Hamza" userId="584ffbb0-e3fe-498c-9db0-4f8ad55e978a" providerId="ADAL" clId="{4B9100E8-3D3D-4F2E-B373-638333481E3C}" dt="2026-02-25T14:49:57.734" v="567" actId="1076"/>
          <ac:spMkLst>
            <pc:docMk/>
            <pc:sldMk cId="1593531831" sldId="261"/>
            <ac:spMk id="13" creationId="{0A47C12B-E8DE-C39B-5679-F05F94B4B863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14" creationId="{D63A206A-1E85-0BE7-2C34-0C7B6F36AE4E}"/>
          </ac:spMkLst>
        </pc:spChg>
        <pc:spChg chg="mod">
          <ac:chgData name="Taher, Hamza" userId="584ffbb0-e3fe-498c-9db0-4f8ad55e978a" providerId="ADAL" clId="{4B9100E8-3D3D-4F2E-B373-638333481E3C}" dt="2026-02-25T14:50:23.826" v="572" actId="1076"/>
          <ac:spMkLst>
            <pc:docMk/>
            <pc:sldMk cId="1593531831" sldId="261"/>
            <ac:spMk id="15" creationId="{C1A78F55-70C1-5D83-388D-76EE5ADD212A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16" creationId="{22DD2859-0B90-797D-AD36-552A5514AAF0}"/>
          </ac:spMkLst>
        </pc:spChg>
        <pc:spChg chg="add mod">
          <ac:chgData name="Taher, Hamza" userId="584ffbb0-e3fe-498c-9db0-4f8ad55e978a" providerId="ADAL" clId="{4B9100E8-3D3D-4F2E-B373-638333481E3C}" dt="2026-02-27T01:26:31.808" v="875" actId="1076"/>
          <ac:spMkLst>
            <pc:docMk/>
            <pc:sldMk cId="1593531831" sldId="261"/>
            <ac:spMk id="26" creationId="{9C9CC304-F1D0-B33A-D2D8-EDE3903D8BCA}"/>
          </ac:spMkLst>
        </pc:spChg>
        <pc:spChg chg="mod">
          <ac:chgData name="Taher, Hamza" userId="584ffbb0-e3fe-498c-9db0-4f8ad55e978a" providerId="ADAL" clId="{4B9100E8-3D3D-4F2E-B373-638333481E3C}" dt="2026-02-27T01:26:34.165" v="876" actId="1076"/>
          <ac:spMkLst>
            <pc:docMk/>
            <pc:sldMk cId="1593531831" sldId="261"/>
            <ac:spMk id="44" creationId="{D76644E8-C1F3-C024-67C3-3EF15924A259}"/>
          </ac:spMkLst>
        </pc:spChg>
        <pc:spChg chg="mod">
          <ac:chgData name="Taher, Hamza" userId="584ffbb0-e3fe-498c-9db0-4f8ad55e978a" providerId="ADAL" clId="{4B9100E8-3D3D-4F2E-B373-638333481E3C}" dt="2026-02-25T14:49:25.768" v="560" actId="1076"/>
          <ac:spMkLst>
            <pc:docMk/>
            <pc:sldMk cId="1593531831" sldId="261"/>
            <ac:spMk id="45" creationId="{49CEC053-D663-9B11-8F12-4C1FE9B49A86}"/>
          </ac:spMkLst>
        </pc:spChg>
        <pc:spChg chg="mod">
          <ac:chgData name="Taher, Hamza" userId="584ffbb0-e3fe-498c-9db0-4f8ad55e978a" providerId="ADAL" clId="{4B9100E8-3D3D-4F2E-B373-638333481E3C}" dt="2026-02-25T14:45:47.811" v="507" actId="1076"/>
          <ac:spMkLst>
            <pc:docMk/>
            <pc:sldMk cId="1593531831" sldId="261"/>
            <ac:spMk id="47" creationId="{B4F9B533-E493-7D06-2D91-0E6DCC3E6EC4}"/>
          </ac:spMkLst>
        </pc:spChg>
        <pc:spChg chg="mod">
          <ac:chgData name="Taher, Hamza" userId="584ffbb0-e3fe-498c-9db0-4f8ad55e978a" providerId="ADAL" clId="{4B9100E8-3D3D-4F2E-B373-638333481E3C}" dt="2026-02-25T14:44:16.885" v="480" actId="1076"/>
          <ac:spMkLst>
            <pc:docMk/>
            <pc:sldMk cId="1593531831" sldId="261"/>
            <ac:spMk id="48" creationId="{AC81DCC6-A95A-18D8-3D1D-3D0F9CCEA695}"/>
          </ac:spMkLst>
        </pc:spChg>
        <pc:spChg chg="mod">
          <ac:chgData name="Taher, Hamza" userId="584ffbb0-e3fe-498c-9db0-4f8ad55e978a" providerId="ADAL" clId="{4B9100E8-3D3D-4F2E-B373-638333481E3C}" dt="2026-02-25T14:44:20.726" v="481" actId="1076"/>
          <ac:spMkLst>
            <pc:docMk/>
            <pc:sldMk cId="1593531831" sldId="261"/>
            <ac:spMk id="49" creationId="{F2E3843A-CD7D-96A9-4D5B-02B31F95F97E}"/>
          </ac:spMkLst>
        </pc:spChg>
        <pc:spChg chg="mod">
          <ac:chgData name="Taher, Hamza" userId="584ffbb0-e3fe-498c-9db0-4f8ad55e978a" providerId="ADAL" clId="{4B9100E8-3D3D-4F2E-B373-638333481E3C}" dt="2026-02-25T14:44:37.033" v="484" actId="1076"/>
          <ac:spMkLst>
            <pc:docMk/>
            <pc:sldMk cId="1593531831" sldId="261"/>
            <ac:spMk id="153" creationId="{5750E746-8016-1708-E2F5-6A19D15AD67C}"/>
          </ac:spMkLst>
        </pc:spChg>
        <pc:picChg chg="mod modCrop">
          <ac:chgData name="Taher, Hamza" userId="584ffbb0-e3fe-498c-9db0-4f8ad55e978a" providerId="ADAL" clId="{4B9100E8-3D3D-4F2E-B373-638333481E3C}" dt="2026-02-27T01:27:01.628" v="883" actId="1076"/>
          <ac:picMkLst>
            <pc:docMk/>
            <pc:sldMk cId="1593531831" sldId="261"/>
            <ac:picMk id="115" creationId="{18DC57D9-D13F-085E-2D69-0E4F571A5C40}"/>
          </ac:picMkLst>
        </pc:picChg>
        <pc:cxnChg chg="add mod">
          <ac:chgData name="Taher, Hamza" userId="584ffbb0-e3fe-498c-9db0-4f8ad55e978a" providerId="ADAL" clId="{4B9100E8-3D3D-4F2E-B373-638333481E3C}" dt="2026-02-27T01:26:31.808" v="875" actId="1076"/>
          <ac:cxnSpMkLst>
            <pc:docMk/>
            <pc:sldMk cId="1593531831" sldId="261"/>
            <ac:cxnSpMk id="11" creationId="{79DA2FFE-E6B9-9DDB-AC33-AA040D9C5A0C}"/>
          </ac:cxnSpMkLst>
        </pc:cxnChg>
        <pc:cxnChg chg="add mod">
          <ac:chgData name="Taher, Hamza" userId="584ffbb0-e3fe-498c-9db0-4f8ad55e978a" providerId="ADAL" clId="{4B9100E8-3D3D-4F2E-B373-638333481E3C}" dt="2026-02-25T14:50:07.955" v="569" actId="14100"/>
          <ac:cxnSpMkLst>
            <pc:docMk/>
            <pc:sldMk cId="1593531831" sldId="261"/>
            <ac:cxnSpMk id="17" creationId="{19C5151A-467B-164E-5D2B-BAD520F69FE3}"/>
          </ac:cxnSpMkLst>
        </pc:cxnChg>
        <pc:cxnChg chg="add mod">
          <ac:chgData name="Taher, Hamza" userId="584ffbb0-e3fe-498c-9db0-4f8ad55e978a" providerId="ADAL" clId="{4B9100E8-3D3D-4F2E-B373-638333481E3C}" dt="2026-02-25T14:45:47.811" v="507" actId="1076"/>
          <ac:cxnSpMkLst>
            <pc:docMk/>
            <pc:sldMk cId="1593531831" sldId="261"/>
            <ac:cxnSpMk id="18" creationId="{7CCBD6C3-864E-CF49-AF45-B7AEE68AEB9D}"/>
          </ac:cxnSpMkLst>
        </pc:cxnChg>
        <pc:cxnChg chg="add mod">
          <ac:chgData name="Taher, Hamza" userId="584ffbb0-e3fe-498c-9db0-4f8ad55e978a" providerId="ADAL" clId="{4B9100E8-3D3D-4F2E-B373-638333481E3C}" dt="2026-02-27T01:26:31.808" v="875" actId="1076"/>
          <ac:cxnSpMkLst>
            <pc:docMk/>
            <pc:sldMk cId="1593531831" sldId="261"/>
            <ac:cxnSpMk id="19" creationId="{51FF8599-7741-E49D-6868-C8987FBDA810}"/>
          </ac:cxnSpMkLst>
        </pc:cxnChg>
        <pc:cxnChg chg="mod">
          <ac:chgData name="Taher, Hamza" userId="584ffbb0-e3fe-498c-9db0-4f8ad55e978a" providerId="ADAL" clId="{4B9100E8-3D3D-4F2E-B373-638333481E3C}" dt="2026-02-25T14:46:39.845" v="519" actId="14100"/>
          <ac:cxnSpMkLst>
            <pc:docMk/>
            <pc:sldMk cId="1593531831" sldId="261"/>
            <ac:cxnSpMk id="20" creationId="{EBAE4E22-3982-B889-2EB5-97EDB7E491FB}"/>
          </ac:cxnSpMkLst>
        </pc:cxnChg>
        <pc:cxnChg chg="mod">
          <ac:chgData name="Taher, Hamza" userId="584ffbb0-e3fe-498c-9db0-4f8ad55e978a" providerId="ADAL" clId="{4B9100E8-3D3D-4F2E-B373-638333481E3C}" dt="2026-02-27T01:25:13.149" v="872" actId="14100"/>
          <ac:cxnSpMkLst>
            <pc:docMk/>
            <pc:sldMk cId="1593531831" sldId="261"/>
            <ac:cxnSpMk id="21" creationId="{7E08209D-1426-8011-31C6-EC4D92192FDC}"/>
          </ac:cxnSpMkLst>
        </pc:cxnChg>
        <pc:cxnChg chg="mod">
          <ac:chgData name="Taher, Hamza" userId="584ffbb0-e3fe-498c-9db0-4f8ad55e978a" providerId="ADAL" clId="{4B9100E8-3D3D-4F2E-B373-638333481E3C}" dt="2026-02-27T01:24:49.981" v="868" actId="1076"/>
          <ac:cxnSpMkLst>
            <pc:docMk/>
            <pc:sldMk cId="1593531831" sldId="261"/>
            <ac:cxnSpMk id="22" creationId="{79EF20B3-C462-5124-DC4B-84AB1F4B2BCA}"/>
          </ac:cxnSpMkLst>
        </pc:cxnChg>
        <pc:cxnChg chg="add mod">
          <ac:chgData name="Taher, Hamza" userId="584ffbb0-e3fe-498c-9db0-4f8ad55e978a" providerId="ADAL" clId="{4B9100E8-3D3D-4F2E-B373-638333481E3C}" dt="2026-02-25T14:45:28.733" v="503" actId="14100"/>
          <ac:cxnSpMkLst>
            <pc:docMk/>
            <pc:sldMk cId="1593531831" sldId="261"/>
            <ac:cxnSpMk id="23" creationId="{00F747CF-67EF-98C6-FE8D-761012E57A45}"/>
          </ac:cxnSpMkLst>
        </pc:cxnChg>
        <pc:cxnChg chg="mod">
          <ac:chgData name="Taher, Hamza" userId="584ffbb0-e3fe-498c-9db0-4f8ad55e978a" providerId="ADAL" clId="{4B9100E8-3D3D-4F2E-B373-638333481E3C}" dt="2026-02-27T01:25:05.574" v="870" actId="1076"/>
          <ac:cxnSpMkLst>
            <pc:docMk/>
            <pc:sldMk cId="1593531831" sldId="261"/>
            <ac:cxnSpMk id="24" creationId="{7EC31A21-3CF7-122B-C150-25F8E0F8BF1A}"/>
          </ac:cxnSpMkLst>
        </pc:cxnChg>
        <pc:cxnChg chg="add mod">
          <ac:chgData name="Taher, Hamza" userId="584ffbb0-e3fe-498c-9db0-4f8ad55e978a" providerId="ADAL" clId="{4B9100E8-3D3D-4F2E-B373-638333481E3C}" dt="2026-02-25T14:46:04.662" v="511" actId="14100"/>
          <ac:cxnSpMkLst>
            <pc:docMk/>
            <pc:sldMk cId="1593531831" sldId="261"/>
            <ac:cxnSpMk id="25" creationId="{93A6C163-0F0A-05E7-4680-7323CBD83A2D}"/>
          </ac:cxnSpMkLst>
        </pc:cxnChg>
        <pc:cxnChg chg="mod">
          <ac:chgData name="Taher, Hamza" userId="584ffbb0-e3fe-498c-9db0-4f8ad55e978a" providerId="ADAL" clId="{4B9100E8-3D3D-4F2E-B373-638333481E3C}" dt="2026-02-27T01:24:42.788" v="867" actId="14100"/>
          <ac:cxnSpMkLst>
            <pc:docMk/>
            <pc:sldMk cId="1593531831" sldId="261"/>
            <ac:cxnSpMk id="27" creationId="{5A7413C3-8A67-1D74-AEC0-D8577C0AE8C0}"/>
          </ac:cxnSpMkLst>
        </pc:cxnChg>
        <pc:cxnChg chg="add mod">
          <ac:chgData name="Taher, Hamza" userId="584ffbb0-e3fe-498c-9db0-4f8ad55e978a" providerId="ADAL" clId="{4B9100E8-3D3D-4F2E-B373-638333481E3C}" dt="2026-02-25T14:46:34.915" v="517" actId="14100"/>
          <ac:cxnSpMkLst>
            <pc:docMk/>
            <pc:sldMk cId="1593531831" sldId="261"/>
            <ac:cxnSpMk id="39" creationId="{93FF9D83-801A-68AE-22F5-DC930D433DF2}"/>
          </ac:cxnSpMkLst>
        </pc:cxnChg>
        <pc:cxnChg chg="add mod">
          <ac:chgData name="Taher, Hamza" userId="584ffbb0-e3fe-498c-9db0-4f8ad55e978a" providerId="ADAL" clId="{4B9100E8-3D3D-4F2E-B373-638333481E3C}" dt="2026-02-25T14:50:40.911" v="574" actId="14100"/>
          <ac:cxnSpMkLst>
            <pc:docMk/>
            <pc:sldMk cId="1593531831" sldId="261"/>
            <ac:cxnSpMk id="46" creationId="{902926DE-B0C6-2F82-04CD-170C65C83048}"/>
          </ac:cxnSpMkLst>
        </pc:cxnChg>
        <pc:cxnChg chg="add mod">
          <ac:chgData name="Taher, Hamza" userId="584ffbb0-e3fe-498c-9db0-4f8ad55e978a" providerId="ADAL" clId="{4B9100E8-3D3D-4F2E-B373-638333481E3C}" dt="2026-02-25T14:50:45.937" v="575" actId="14100"/>
          <ac:cxnSpMkLst>
            <pc:docMk/>
            <pc:sldMk cId="1593531831" sldId="261"/>
            <ac:cxnSpMk id="52" creationId="{ABD33C2E-34FE-FCD8-EEDA-4EB371ED324B}"/>
          </ac:cxnSpMkLst>
        </pc:cxnChg>
        <pc:cxnChg chg="add mod">
          <ac:chgData name="Taher, Hamza" userId="584ffbb0-e3fe-498c-9db0-4f8ad55e978a" providerId="ADAL" clId="{4B9100E8-3D3D-4F2E-B373-638333481E3C}" dt="2026-02-25T14:50:51.987" v="576" actId="14100"/>
          <ac:cxnSpMkLst>
            <pc:docMk/>
            <pc:sldMk cId="1593531831" sldId="261"/>
            <ac:cxnSpMk id="57" creationId="{E9FEBFD9-B11A-B358-C9ED-6088395F57B2}"/>
          </ac:cxnSpMkLst>
        </pc:cxnChg>
        <pc:cxnChg chg="add mod">
          <ac:chgData name="Taher, Hamza" userId="584ffbb0-e3fe-498c-9db0-4f8ad55e978a" providerId="ADAL" clId="{4B9100E8-3D3D-4F2E-B373-638333481E3C}" dt="2026-02-25T14:50:28.585" v="573" actId="14100"/>
          <ac:cxnSpMkLst>
            <pc:docMk/>
            <pc:sldMk cId="1593531831" sldId="261"/>
            <ac:cxnSpMk id="59" creationId="{68750ADD-472D-E4A8-340F-F548A2EBB477}"/>
          </ac:cxnSpMkLst>
        </pc:cxnChg>
        <pc:cxnChg chg="mod">
          <ac:chgData name="Taher, Hamza" userId="584ffbb0-e3fe-498c-9db0-4f8ad55e978a" providerId="ADAL" clId="{4B9100E8-3D3D-4F2E-B373-638333481E3C}" dt="2026-02-27T01:26:34.165" v="876" actId="1076"/>
          <ac:cxnSpMkLst>
            <pc:docMk/>
            <pc:sldMk cId="1593531831" sldId="261"/>
            <ac:cxnSpMk id="107" creationId="{91F3C824-E693-8604-1A8F-8F940A4610FD}"/>
          </ac:cxnSpMkLst>
        </pc:cxnChg>
      </pc:sldChg>
      <pc:sldChg chg="addSp delSp modSp add mod">
        <pc:chgData name="Taher, Hamza" userId="584ffbb0-e3fe-498c-9db0-4f8ad55e978a" providerId="ADAL" clId="{4B9100E8-3D3D-4F2E-B373-638333481E3C}" dt="2026-02-27T01:21:49.834" v="843"/>
        <pc:sldMkLst>
          <pc:docMk/>
          <pc:sldMk cId="3686981642" sldId="262"/>
        </pc:sldMkLst>
        <pc:spChg chg="add mod">
          <ac:chgData name="Taher, Hamza" userId="584ffbb0-e3fe-498c-9db0-4f8ad55e978a" providerId="ADAL" clId="{4B9100E8-3D3D-4F2E-B373-638333481E3C}" dt="2026-02-26T12:36:33.691" v="799" actId="1076"/>
          <ac:spMkLst>
            <pc:docMk/>
            <pc:sldMk cId="3686981642" sldId="262"/>
            <ac:spMk id="2" creationId="{74363544-979E-BC5D-97DB-45CAA6996552}"/>
          </ac:spMkLst>
        </pc:spChg>
        <pc:spChg chg="mod">
          <ac:chgData name="Taher, Hamza" userId="584ffbb0-e3fe-498c-9db0-4f8ad55e978a" providerId="ADAL" clId="{4B9100E8-3D3D-4F2E-B373-638333481E3C}" dt="2026-02-26T12:43:22.547" v="834" actId="1076"/>
          <ac:spMkLst>
            <pc:docMk/>
            <pc:sldMk cId="3686981642" sldId="262"/>
            <ac:spMk id="7" creationId="{800BFC34-569B-2479-A6C5-98D05D855F8A}"/>
          </ac:spMkLst>
        </pc:spChg>
        <pc:spChg chg="add mod">
          <ac:chgData name="Taher, Hamza" userId="584ffbb0-e3fe-498c-9db0-4f8ad55e978a" providerId="ADAL" clId="{4B9100E8-3D3D-4F2E-B373-638333481E3C}" dt="2026-02-26T12:43:29.970" v="836" actId="1076"/>
          <ac:spMkLst>
            <pc:docMk/>
            <pc:sldMk cId="3686981642" sldId="262"/>
            <ac:spMk id="8" creationId="{B526E093-7E44-5E9C-4CEC-1C44D03FB92D}"/>
          </ac:spMkLst>
        </pc:spChg>
        <pc:spChg chg="mod">
          <ac:chgData name="Taher, Hamza" userId="584ffbb0-e3fe-498c-9db0-4f8ad55e978a" providerId="ADAL" clId="{4B9100E8-3D3D-4F2E-B373-638333481E3C}" dt="2026-02-26T12:43:20.474" v="833" actId="1076"/>
          <ac:spMkLst>
            <pc:docMk/>
            <pc:sldMk cId="3686981642" sldId="262"/>
            <ac:spMk id="12" creationId="{03FCB698-AEDC-E830-34B5-F2960320820F}"/>
          </ac:spMkLst>
        </pc:spChg>
        <pc:spChg chg="mod">
          <ac:chgData name="Taher, Hamza" userId="584ffbb0-e3fe-498c-9db0-4f8ad55e978a" providerId="ADAL" clId="{4B9100E8-3D3D-4F2E-B373-638333481E3C}" dt="2026-02-26T12:43:26.786" v="835" actId="1076"/>
          <ac:spMkLst>
            <pc:docMk/>
            <pc:sldMk cId="3686981642" sldId="262"/>
            <ac:spMk id="44" creationId="{E1BD5C30-F117-633A-AE06-5AA8C6C84921}"/>
          </ac:spMkLst>
        </pc:spChg>
        <pc:spChg chg="mod">
          <ac:chgData name="Taher, Hamza" userId="584ffbb0-e3fe-498c-9db0-4f8ad55e978a" providerId="ADAL" clId="{4B9100E8-3D3D-4F2E-B373-638333481E3C}" dt="2026-02-25T15:59:25.389" v="582" actId="20577"/>
          <ac:spMkLst>
            <pc:docMk/>
            <pc:sldMk cId="3686981642" sldId="262"/>
            <ac:spMk id="45" creationId="{FB11D4E9-4927-848C-CD79-FC1A5AB4295D}"/>
          </ac:spMkLst>
        </pc:spChg>
        <pc:spChg chg="mod">
          <ac:chgData name="Taher, Hamza" userId="584ffbb0-e3fe-498c-9db0-4f8ad55e978a" providerId="ADAL" clId="{4B9100E8-3D3D-4F2E-B373-638333481E3C}" dt="2026-02-26T12:36:30.044" v="798" actId="1076"/>
          <ac:spMkLst>
            <pc:docMk/>
            <pc:sldMk cId="3686981642" sldId="262"/>
            <ac:spMk id="47" creationId="{164D3387-350F-9BD6-7ED0-0FBA643C6E90}"/>
          </ac:spMkLst>
        </pc:spChg>
        <pc:spChg chg="mod">
          <ac:chgData name="Taher, Hamza" userId="584ffbb0-e3fe-498c-9db0-4f8ad55e978a" providerId="ADAL" clId="{4B9100E8-3D3D-4F2E-B373-638333481E3C}" dt="2026-02-26T13:31:47.878" v="837" actId="1076"/>
          <ac:spMkLst>
            <pc:docMk/>
            <pc:sldMk cId="3686981642" sldId="262"/>
            <ac:spMk id="48" creationId="{828AB773-FDB8-C9F0-2CAC-A41E78904D92}"/>
          </ac:spMkLst>
        </pc:spChg>
        <pc:spChg chg="mod">
          <ac:chgData name="Taher, Hamza" userId="584ffbb0-e3fe-498c-9db0-4f8ad55e978a" providerId="ADAL" clId="{4B9100E8-3D3D-4F2E-B373-638333481E3C}" dt="2026-02-26T13:31:55.294" v="838" actId="1076"/>
          <ac:spMkLst>
            <pc:docMk/>
            <pc:sldMk cId="3686981642" sldId="262"/>
            <ac:spMk id="49" creationId="{6A899082-08F1-D98D-1453-71C74DEF9F32}"/>
          </ac:spMkLst>
        </pc:spChg>
        <pc:cxnChg chg="add mod">
          <ac:chgData name="Taher, Hamza" userId="584ffbb0-e3fe-498c-9db0-4f8ad55e978a" providerId="ADAL" clId="{4B9100E8-3D3D-4F2E-B373-638333481E3C}" dt="2026-02-26T13:31:47.878" v="837" actId="1076"/>
          <ac:cxnSpMkLst>
            <pc:docMk/>
            <pc:sldMk cId="3686981642" sldId="262"/>
            <ac:cxnSpMk id="9" creationId="{96FF6E5B-9648-9235-7E99-F5FB1619385E}"/>
          </ac:cxnSpMkLst>
        </pc:cxnChg>
        <pc:cxnChg chg="add mod">
          <ac:chgData name="Taher, Hamza" userId="584ffbb0-e3fe-498c-9db0-4f8ad55e978a" providerId="ADAL" clId="{4B9100E8-3D3D-4F2E-B373-638333481E3C}" dt="2026-02-26T13:32:04.485" v="840" actId="14100"/>
          <ac:cxnSpMkLst>
            <pc:docMk/>
            <pc:sldMk cId="3686981642" sldId="262"/>
            <ac:cxnSpMk id="22" creationId="{2850BC4D-00C0-2D23-AAF4-C1D12B3DE687}"/>
          </ac:cxnSpMkLst>
        </pc:cxnChg>
        <pc:cxnChg chg="add mod">
          <ac:chgData name="Taher, Hamza" userId="584ffbb0-e3fe-498c-9db0-4f8ad55e978a" providerId="ADAL" clId="{4B9100E8-3D3D-4F2E-B373-638333481E3C}" dt="2026-02-26T12:43:22.547" v="834" actId="1076"/>
          <ac:cxnSpMkLst>
            <pc:docMk/>
            <pc:sldMk cId="3686981642" sldId="262"/>
            <ac:cxnSpMk id="35" creationId="{AC059B45-E1F6-EE21-B05C-A712CD0CDC37}"/>
          </ac:cxnSpMkLst>
        </pc:cxnChg>
        <pc:cxnChg chg="add mod">
          <ac:chgData name="Taher, Hamza" userId="584ffbb0-e3fe-498c-9db0-4f8ad55e978a" providerId="ADAL" clId="{4B9100E8-3D3D-4F2E-B373-638333481E3C}" dt="2026-02-26T13:31:55.294" v="838" actId="1076"/>
          <ac:cxnSpMkLst>
            <pc:docMk/>
            <pc:sldMk cId="3686981642" sldId="262"/>
            <ac:cxnSpMk id="38" creationId="{B3959C75-190C-C1A3-0BEC-B657E2598B50}"/>
          </ac:cxnSpMkLst>
        </pc:cxnChg>
        <pc:cxnChg chg="add mod">
          <ac:chgData name="Taher, Hamza" userId="584ffbb0-e3fe-498c-9db0-4f8ad55e978a" providerId="ADAL" clId="{4B9100E8-3D3D-4F2E-B373-638333481E3C}" dt="2026-02-26T13:32:10.790" v="842" actId="14100"/>
          <ac:cxnSpMkLst>
            <pc:docMk/>
            <pc:sldMk cId="3686981642" sldId="262"/>
            <ac:cxnSpMk id="71" creationId="{327F783F-93E5-D6CF-29B0-6EC4B90BE445}"/>
          </ac:cxnSpMkLst>
        </pc:cxnChg>
        <pc:cxnChg chg="mod">
          <ac:chgData name="Taher, Hamza" userId="584ffbb0-e3fe-498c-9db0-4f8ad55e978a" providerId="ADAL" clId="{4B9100E8-3D3D-4F2E-B373-638333481E3C}" dt="2026-02-26T12:43:26.786" v="835" actId="1076"/>
          <ac:cxnSpMkLst>
            <pc:docMk/>
            <pc:sldMk cId="3686981642" sldId="262"/>
            <ac:cxnSpMk id="107" creationId="{F1CE2ACF-1A2B-375E-BDFE-34D4DC388474}"/>
          </ac:cxnSpMkLst>
        </pc:cxnChg>
      </pc:sldChg>
      <pc:sldChg chg="addSp delSp modSp add mod ord">
        <pc:chgData name="Taher, Hamza" userId="584ffbb0-e3fe-498c-9db0-4f8ad55e978a" providerId="ADAL" clId="{4B9100E8-3D3D-4F2E-B373-638333481E3C}" dt="2026-03-08T13:00:24.750" v="1050" actId="14100"/>
        <pc:sldMkLst>
          <pc:docMk/>
          <pc:sldMk cId="3449884432" sldId="263"/>
        </pc:sldMkLst>
        <pc:spChg chg="mod">
          <ac:chgData name="Taher, Hamza" userId="584ffbb0-e3fe-498c-9db0-4f8ad55e978a" providerId="ADAL" clId="{4B9100E8-3D3D-4F2E-B373-638333481E3C}" dt="2026-03-08T13:00:11.558" v="1047" actId="1076"/>
          <ac:spMkLst>
            <pc:docMk/>
            <pc:sldMk cId="3449884432" sldId="263"/>
            <ac:spMk id="2" creationId="{995A0C81-9E52-BB9D-4729-3B8C5F04FC1E}"/>
          </ac:spMkLst>
        </pc:spChg>
        <pc:spChg chg="mod">
          <ac:chgData name="Taher, Hamza" userId="584ffbb0-e3fe-498c-9db0-4f8ad55e978a" providerId="ADAL" clId="{4B9100E8-3D3D-4F2E-B373-638333481E3C}" dt="2026-03-08T13:00:03.959" v="1046" actId="1076"/>
          <ac:spMkLst>
            <pc:docMk/>
            <pc:sldMk cId="3449884432" sldId="263"/>
            <ac:spMk id="3" creationId="{DC0DEA76-8CD5-34EB-703B-8B1DE94EA3EE}"/>
          </ac:spMkLst>
        </pc:spChg>
        <pc:spChg chg="mod">
          <ac:chgData name="Taher, Hamza" userId="584ffbb0-e3fe-498c-9db0-4f8ad55e978a" providerId="ADAL" clId="{4B9100E8-3D3D-4F2E-B373-638333481E3C}" dt="2026-03-08T12:55:26.693" v="1001" actId="1076"/>
          <ac:spMkLst>
            <pc:docMk/>
            <pc:sldMk cId="3449884432" sldId="263"/>
            <ac:spMk id="4" creationId="{F413913C-1057-A709-01AE-1C74E60D1F82}"/>
          </ac:spMkLst>
        </pc:spChg>
        <pc:spChg chg="mod">
          <ac:chgData name="Taher, Hamza" userId="584ffbb0-e3fe-498c-9db0-4f8ad55e978a" providerId="ADAL" clId="{4B9100E8-3D3D-4F2E-B373-638333481E3C}" dt="2026-03-08T12:55:28.910" v="1002" actId="1076"/>
          <ac:spMkLst>
            <pc:docMk/>
            <pc:sldMk cId="3449884432" sldId="263"/>
            <ac:spMk id="5" creationId="{F7626832-8C95-AA7B-15AA-2E4516B748E3}"/>
          </ac:spMkLst>
        </pc:spChg>
        <pc:spChg chg="mod">
          <ac:chgData name="Taher, Hamza" userId="584ffbb0-e3fe-498c-9db0-4f8ad55e978a" providerId="ADAL" clId="{4B9100E8-3D3D-4F2E-B373-638333481E3C}" dt="2026-03-08T12:55:24.525" v="1000" actId="1076"/>
          <ac:spMkLst>
            <pc:docMk/>
            <pc:sldMk cId="3449884432" sldId="263"/>
            <ac:spMk id="6" creationId="{A221EBC2-4EDA-2020-E6CE-3AD8C29BB2FC}"/>
          </ac:spMkLst>
        </pc:spChg>
        <pc:spChg chg="del mod">
          <ac:chgData name="Taher, Hamza" userId="584ffbb0-e3fe-498c-9db0-4f8ad55e978a" providerId="ADAL" clId="{4B9100E8-3D3D-4F2E-B373-638333481E3C}" dt="2026-03-08T12:49:10.431" v="932" actId="478"/>
          <ac:spMkLst>
            <pc:docMk/>
            <pc:sldMk cId="3449884432" sldId="263"/>
            <ac:spMk id="7" creationId="{09902A8D-02A0-0061-B70C-75B8D2E2C8A1}"/>
          </ac:spMkLst>
        </pc:spChg>
        <pc:spChg chg="mod">
          <ac:chgData name="Taher, Hamza" userId="584ffbb0-e3fe-498c-9db0-4f8ad55e978a" providerId="ADAL" clId="{4B9100E8-3D3D-4F2E-B373-638333481E3C}" dt="2026-03-08T12:59:54.854" v="1044" actId="1076"/>
          <ac:spMkLst>
            <pc:docMk/>
            <pc:sldMk cId="3449884432" sldId="263"/>
            <ac:spMk id="8" creationId="{77174017-D8DB-FADB-9891-F1D730863910}"/>
          </ac:spMkLst>
        </pc:spChg>
        <pc:spChg chg="mod">
          <ac:chgData name="Taher, Hamza" userId="584ffbb0-e3fe-498c-9db0-4f8ad55e978a" providerId="ADAL" clId="{4B9100E8-3D3D-4F2E-B373-638333481E3C}" dt="2026-03-08T12:59:45.886" v="1041" actId="1076"/>
          <ac:spMkLst>
            <pc:docMk/>
            <pc:sldMk cId="3449884432" sldId="263"/>
            <ac:spMk id="9" creationId="{6A1DD7D9-5C44-A473-9F06-6FD9FA2ABEC3}"/>
          </ac:spMkLst>
        </pc:spChg>
        <pc:spChg chg="mod">
          <ac:chgData name="Taher, Hamza" userId="584ffbb0-e3fe-498c-9db0-4f8ad55e978a" providerId="ADAL" clId="{4B9100E8-3D3D-4F2E-B373-638333481E3C}" dt="2026-03-08T12:59:41.239" v="1040" actId="1076"/>
          <ac:spMkLst>
            <pc:docMk/>
            <pc:sldMk cId="3449884432" sldId="263"/>
            <ac:spMk id="10" creationId="{FFA4700B-15B2-596D-47F5-11B57E280AB3}"/>
          </ac:spMkLst>
        </pc:spChg>
        <pc:spChg chg="mod">
          <ac:chgData name="Taher, Hamza" userId="584ffbb0-e3fe-498c-9db0-4f8ad55e978a" providerId="ADAL" clId="{4B9100E8-3D3D-4F2E-B373-638333481E3C}" dt="2026-03-08T12:55:24.525" v="1000" actId="1076"/>
          <ac:spMkLst>
            <pc:docMk/>
            <pc:sldMk cId="3449884432" sldId="263"/>
            <ac:spMk id="12" creationId="{60981EAD-6795-1799-FA10-032A0842A10E}"/>
          </ac:spMkLst>
        </pc:spChg>
        <pc:spChg chg="mod">
          <ac:chgData name="Taher, Hamza" userId="584ffbb0-e3fe-498c-9db0-4f8ad55e978a" providerId="ADAL" clId="{4B9100E8-3D3D-4F2E-B373-638333481E3C}" dt="2026-03-08T12:55:24.525" v="1000" actId="1076"/>
          <ac:spMkLst>
            <pc:docMk/>
            <pc:sldMk cId="3449884432" sldId="263"/>
            <ac:spMk id="13" creationId="{688D2732-0CD3-8D01-D339-1C7B9C106EEE}"/>
          </ac:spMkLst>
        </pc:spChg>
        <pc:spChg chg="mod">
          <ac:chgData name="Taher, Hamza" userId="584ffbb0-e3fe-498c-9db0-4f8ad55e978a" providerId="ADAL" clId="{4B9100E8-3D3D-4F2E-B373-638333481E3C}" dt="2026-03-08T12:59:57.654" v="1045" actId="1076"/>
          <ac:spMkLst>
            <pc:docMk/>
            <pc:sldMk cId="3449884432" sldId="263"/>
            <ac:spMk id="14" creationId="{E0079359-9C83-6298-F4A2-80A74BFAA544}"/>
          </ac:spMkLst>
        </pc:spChg>
        <pc:spChg chg="mod">
          <ac:chgData name="Taher, Hamza" userId="584ffbb0-e3fe-498c-9db0-4f8ad55e978a" providerId="ADAL" clId="{4B9100E8-3D3D-4F2E-B373-638333481E3C}" dt="2026-03-08T12:55:24.525" v="1000" actId="1076"/>
          <ac:spMkLst>
            <pc:docMk/>
            <pc:sldMk cId="3449884432" sldId="263"/>
            <ac:spMk id="15" creationId="{33FE5676-8AB7-DA9C-59CB-0C60053638FB}"/>
          </ac:spMkLst>
        </pc:spChg>
        <pc:spChg chg="mod">
          <ac:chgData name="Taher, Hamza" userId="584ffbb0-e3fe-498c-9db0-4f8ad55e978a" providerId="ADAL" clId="{4B9100E8-3D3D-4F2E-B373-638333481E3C}" dt="2026-03-08T12:59:48.743" v="1042" actId="1076"/>
          <ac:spMkLst>
            <pc:docMk/>
            <pc:sldMk cId="3449884432" sldId="263"/>
            <ac:spMk id="16" creationId="{23EA70C5-5971-3242-24CE-E383D93C3B0A}"/>
          </ac:spMkLst>
        </pc:spChg>
        <pc:spChg chg="mod">
          <ac:chgData name="Taher, Hamza" userId="584ffbb0-e3fe-498c-9db0-4f8ad55e978a" providerId="ADAL" clId="{4B9100E8-3D3D-4F2E-B373-638333481E3C}" dt="2026-03-08T12:59:51.303" v="1043" actId="1076"/>
          <ac:spMkLst>
            <pc:docMk/>
            <pc:sldMk cId="3449884432" sldId="263"/>
            <ac:spMk id="26" creationId="{9C027894-AC16-9C2A-DF57-E5101D5C1FBE}"/>
          </ac:spMkLst>
        </pc:spChg>
        <pc:spChg chg="mod">
          <ac:chgData name="Taher, Hamza" userId="584ffbb0-e3fe-498c-9db0-4f8ad55e978a" providerId="ADAL" clId="{4B9100E8-3D3D-4F2E-B373-638333481E3C}" dt="2026-03-08T12:56:55.085" v="1019" actId="1076"/>
          <ac:spMkLst>
            <pc:docMk/>
            <pc:sldMk cId="3449884432" sldId="263"/>
            <ac:spMk id="44" creationId="{986DA15F-B024-71ED-663D-989F0F5B4D6A}"/>
          </ac:spMkLst>
        </pc:spChg>
        <pc:spChg chg="mod">
          <ac:chgData name="Taher, Hamza" userId="584ffbb0-e3fe-498c-9db0-4f8ad55e978a" providerId="ADAL" clId="{4B9100E8-3D3D-4F2E-B373-638333481E3C}" dt="2026-03-08T12:47:10.349" v="903" actId="1076"/>
          <ac:spMkLst>
            <pc:docMk/>
            <pc:sldMk cId="3449884432" sldId="263"/>
            <ac:spMk id="45" creationId="{BDF91CFB-FDE6-CA22-A2DE-6DA195E391EE}"/>
          </ac:spMkLst>
        </pc:spChg>
        <pc:spChg chg="mod">
          <ac:chgData name="Taher, Hamza" userId="584ffbb0-e3fe-498c-9db0-4f8ad55e978a" providerId="ADAL" clId="{4B9100E8-3D3D-4F2E-B373-638333481E3C}" dt="2026-03-08T12:56:27.918" v="1012" actId="1076"/>
          <ac:spMkLst>
            <pc:docMk/>
            <pc:sldMk cId="3449884432" sldId="263"/>
            <ac:spMk id="47" creationId="{F360ED02-41D9-DE2D-0C9A-C951A0F14B02}"/>
          </ac:spMkLst>
        </pc:spChg>
        <pc:spChg chg="mod">
          <ac:chgData name="Taher, Hamza" userId="584ffbb0-e3fe-498c-9db0-4f8ad55e978a" providerId="ADAL" clId="{4B9100E8-3D3D-4F2E-B373-638333481E3C}" dt="2026-03-08T12:53:32.090" v="978" actId="1076"/>
          <ac:spMkLst>
            <pc:docMk/>
            <pc:sldMk cId="3449884432" sldId="263"/>
            <ac:spMk id="48" creationId="{B1AF87B6-CFD2-9BE6-6956-9EE3F6E9AB67}"/>
          </ac:spMkLst>
        </pc:spChg>
        <pc:spChg chg="mod">
          <ac:chgData name="Taher, Hamza" userId="584ffbb0-e3fe-498c-9db0-4f8ad55e978a" providerId="ADAL" clId="{4B9100E8-3D3D-4F2E-B373-638333481E3C}" dt="2026-03-08T12:56:10.325" v="1009" actId="1076"/>
          <ac:spMkLst>
            <pc:docMk/>
            <pc:sldMk cId="3449884432" sldId="263"/>
            <ac:spMk id="49" creationId="{CD280935-5AF0-2C00-A516-D56A929AC592}"/>
          </ac:spMkLst>
        </pc:spChg>
        <pc:spChg chg="add mod">
          <ac:chgData name="Taher, Hamza" userId="584ffbb0-e3fe-498c-9db0-4f8ad55e978a" providerId="ADAL" clId="{4B9100E8-3D3D-4F2E-B373-638333481E3C}" dt="2026-03-08T12:56:23.622" v="1011" actId="1076"/>
          <ac:spMkLst>
            <pc:docMk/>
            <pc:sldMk cId="3449884432" sldId="263"/>
            <ac:spMk id="61" creationId="{A0517820-9C90-6B64-E2C7-F2E99ACCC2FE}"/>
          </ac:spMkLst>
        </pc:spChg>
        <pc:spChg chg="add del mod">
          <ac:chgData name="Taher, Hamza" userId="584ffbb0-e3fe-498c-9db0-4f8ad55e978a" providerId="ADAL" clId="{4B9100E8-3D3D-4F2E-B373-638333481E3C}" dt="2026-03-08T12:57:02.156" v="1023" actId="478"/>
          <ac:spMkLst>
            <pc:docMk/>
            <pc:sldMk cId="3449884432" sldId="263"/>
            <ac:spMk id="79" creationId="{5368B624-FB41-706C-DCAF-D4D705ECE8DB}"/>
          </ac:spMkLst>
        </pc:spChg>
        <pc:spChg chg="mod">
          <ac:chgData name="Taher, Hamza" userId="584ffbb0-e3fe-498c-9db0-4f8ad55e978a" providerId="ADAL" clId="{4B9100E8-3D3D-4F2E-B373-638333481E3C}" dt="2026-03-08T12:55:32.949" v="1003" actId="1076"/>
          <ac:spMkLst>
            <pc:docMk/>
            <pc:sldMk cId="3449884432" sldId="263"/>
            <ac:spMk id="153" creationId="{35E428F6-534C-69BC-E4E7-9CE7BBD59549}"/>
          </ac:spMkLst>
        </pc:spChg>
        <pc:picChg chg="mod">
          <ac:chgData name="Taher, Hamza" userId="584ffbb0-e3fe-498c-9db0-4f8ad55e978a" providerId="ADAL" clId="{4B9100E8-3D3D-4F2E-B373-638333481E3C}" dt="2026-03-08T12:57:00.420" v="1022" actId="1076"/>
          <ac:picMkLst>
            <pc:docMk/>
            <pc:sldMk cId="3449884432" sldId="263"/>
            <ac:picMk id="115" creationId="{17CEB20D-6C2B-2E2D-5296-8ED7FD7018C7}"/>
          </ac:picMkLst>
        </pc:picChg>
        <pc:cxnChg chg="mod">
          <ac:chgData name="Taher, Hamza" userId="584ffbb0-e3fe-498c-9db0-4f8ad55e978a" providerId="ADAL" clId="{4B9100E8-3D3D-4F2E-B373-638333481E3C}" dt="2026-03-08T13:00:11.558" v="1047" actId="1076"/>
          <ac:cxnSpMkLst>
            <pc:docMk/>
            <pc:sldMk cId="3449884432" sldId="263"/>
            <ac:cxnSpMk id="11" creationId="{23B65BF9-4F25-E2CE-0476-B601726284BD}"/>
          </ac:cxnSpMkLst>
        </pc:cxnChg>
        <pc:cxnChg chg="mod">
          <ac:chgData name="Taher, Hamza" userId="584ffbb0-e3fe-498c-9db0-4f8ad55e978a" providerId="ADAL" clId="{4B9100E8-3D3D-4F2E-B373-638333481E3C}" dt="2026-03-08T12:56:23.622" v="1011" actId="1076"/>
          <ac:cxnSpMkLst>
            <pc:docMk/>
            <pc:sldMk cId="3449884432" sldId="263"/>
            <ac:cxnSpMk id="17" creationId="{62208602-E017-7F8B-3E33-899E5C640EF7}"/>
          </ac:cxnSpMkLst>
        </pc:cxnChg>
        <pc:cxnChg chg="mod">
          <ac:chgData name="Taher, Hamza" userId="584ffbb0-e3fe-498c-9db0-4f8ad55e978a" providerId="ADAL" clId="{4B9100E8-3D3D-4F2E-B373-638333481E3C}" dt="2026-03-08T12:56:27.918" v="1012" actId="1076"/>
          <ac:cxnSpMkLst>
            <pc:docMk/>
            <pc:sldMk cId="3449884432" sldId="263"/>
            <ac:cxnSpMk id="18" creationId="{3345E59C-DCA0-2FFF-D1CB-C4D339DABA70}"/>
          </ac:cxnSpMkLst>
        </pc:cxnChg>
        <pc:cxnChg chg="mod">
          <ac:chgData name="Taher, Hamza" userId="584ffbb0-e3fe-498c-9db0-4f8ad55e978a" providerId="ADAL" clId="{4B9100E8-3D3D-4F2E-B373-638333481E3C}" dt="2026-03-08T12:59:48.743" v="1042" actId="1076"/>
          <ac:cxnSpMkLst>
            <pc:docMk/>
            <pc:sldMk cId="3449884432" sldId="263"/>
            <ac:cxnSpMk id="19" creationId="{F7226CFD-20CA-F8A4-DE2D-858C2963223A}"/>
          </ac:cxnSpMkLst>
        </pc:cxnChg>
        <pc:cxnChg chg="mod">
          <ac:chgData name="Taher, Hamza" userId="584ffbb0-e3fe-498c-9db0-4f8ad55e978a" providerId="ADAL" clId="{4B9100E8-3D3D-4F2E-B373-638333481E3C}" dt="2026-03-08T12:56:23.622" v="1011" actId="1076"/>
          <ac:cxnSpMkLst>
            <pc:docMk/>
            <pc:sldMk cId="3449884432" sldId="263"/>
            <ac:cxnSpMk id="20" creationId="{0DB667FC-4F57-5B45-6301-BB4A81DC2DBB}"/>
          </ac:cxnSpMkLst>
        </pc:cxnChg>
        <pc:cxnChg chg="mod">
          <ac:chgData name="Taher, Hamza" userId="584ffbb0-e3fe-498c-9db0-4f8ad55e978a" providerId="ADAL" clId="{4B9100E8-3D3D-4F2E-B373-638333481E3C}" dt="2026-03-08T13:00:24.750" v="1050" actId="14100"/>
          <ac:cxnSpMkLst>
            <pc:docMk/>
            <pc:sldMk cId="3449884432" sldId="263"/>
            <ac:cxnSpMk id="21" creationId="{11CF3C86-2D1C-FD4B-6C5B-BBE06BFDE35F}"/>
          </ac:cxnSpMkLst>
        </pc:cxnChg>
        <pc:cxnChg chg="mod">
          <ac:chgData name="Taher, Hamza" userId="584ffbb0-e3fe-498c-9db0-4f8ad55e978a" providerId="ADAL" clId="{4B9100E8-3D3D-4F2E-B373-638333481E3C}" dt="2026-03-08T13:00:11.558" v="1047" actId="1076"/>
          <ac:cxnSpMkLst>
            <pc:docMk/>
            <pc:sldMk cId="3449884432" sldId="263"/>
            <ac:cxnSpMk id="22" creationId="{E42ABC92-E5DC-929B-B9DA-CDA5FD46E5C8}"/>
          </ac:cxnSpMkLst>
        </pc:cxnChg>
        <pc:cxnChg chg="mod">
          <ac:chgData name="Taher, Hamza" userId="584ffbb0-e3fe-498c-9db0-4f8ad55e978a" providerId="ADAL" clId="{4B9100E8-3D3D-4F2E-B373-638333481E3C}" dt="2026-03-08T12:56:23.622" v="1011" actId="1076"/>
          <ac:cxnSpMkLst>
            <pc:docMk/>
            <pc:sldMk cId="3449884432" sldId="263"/>
            <ac:cxnSpMk id="23" creationId="{F57B4A9C-8507-7D44-787B-059F94107A4B}"/>
          </ac:cxnSpMkLst>
        </pc:cxnChg>
        <pc:cxnChg chg="mod">
          <ac:chgData name="Taher, Hamza" userId="584ffbb0-e3fe-498c-9db0-4f8ad55e978a" providerId="ADAL" clId="{4B9100E8-3D3D-4F2E-B373-638333481E3C}" dt="2026-03-08T12:59:45.886" v="1041" actId="1076"/>
          <ac:cxnSpMkLst>
            <pc:docMk/>
            <pc:sldMk cId="3449884432" sldId="263"/>
            <ac:cxnSpMk id="24" creationId="{98AFC265-88B0-AC0B-A3E3-526C81F74C1C}"/>
          </ac:cxnSpMkLst>
        </pc:cxnChg>
        <pc:cxnChg chg="mod">
          <ac:chgData name="Taher, Hamza" userId="584ffbb0-e3fe-498c-9db0-4f8ad55e978a" providerId="ADAL" clId="{4B9100E8-3D3D-4F2E-B373-638333481E3C}" dt="2026-03-08T12:56:23.622" v="1011" actId="1076"/>
          <ac:cxnSpMkLst>
            <pc:docMk/>
            <pc:sldMk cId="3449884432" sldId="263"/>
            <ac:cxnSpMk id="25" creationId="{1B469C0F-0E9E-DE1C-5DEA-AB20B942964F}"/>
          </ac:cxnSpMkLst>
        </pc:cxnChg>
        <pc:cxnChg chg="mod">
          <ac:chgData name="Taher, Hamza" userId="584ffbb0-e3fe-498c-9db0-4f8ad55e978a" providerId="ADAL" clId="{4B9100E8-3D3D-4F2E-B373-638333481E3C}" dt="2026-03-08T13:00:20.431" v="1049" actId="14100"/>
          <ac:cxnSpMkLst>
            <pc:docMk/>
            <pc:sldMk cId="3449884432" sldId="263"/>
            <ac:cxnSpMk id="27" creationId="{0FE7FF43-9A93-CB9D-218E-5B524D7B592C}"/>
          </ac:cxnSpMkLst>
        </pc:cxnChg>
        <pc:cxnChg chg="mod">
          <ac:chgData name="Taher, Hamza" userId="584ffbb0-e3fe-498c-9db0-4f8ad55e978a" providerId="ADAL" clId="{4B9100E8-3D3D-4F2E-B373-638333481E3C}" dt="2026-03-08T12:56:23.622" v="1011" actId="1076"/>
          <ac:cxnSpMkLst>
            <pc:docMk/>
            <pc:sldMk cId="3449884432" sldId="263"/>
            <ac:cxnSpMk id="39" creationId="{BB1433F6-F9A2-F05D-D5E1-1073D8B3548C}"/>
          </ac:cxnSpMkLst>
        </pc:cxnChg>
        <pc:cxnChg chg="mod">
          <ac:chgData name="Taher, Hamza" userId="584ffbb0-e3fe-498c-9db0-4f8ad55e978a" providerId="ADAL" clId="{4B9100E8-3D3D-4F2E-B373-638333481E3C}" dt="2026-03-08T12:56:36.611" v="1014" actId="14100"/>
          <ac:cxnSpMkLst>
            <pc:docMk/>
            <pc:sldMk cId="3449884432" sldId="263"/>
            <ac:cxnSpMk id="46" creationId="{9902EACD-B63D-FCF5-67AF-D8EAF99F0339}"/>
          </ac:cxnSpMkLst>
        </pc:cxnChg>
        <pc:cxnChg chg="mod">
          <ac:chgData name="Taher, Hamza" userId="584ffbb0-e3fe-498c-9db0-4f8ad55e978a" providerId="ADAL" clId="{4B9100E8-3D3D-4F2E-B373-638333481E3C}" dt="2026-03-08T12:56:33.565" v="1013" actId="14100"/>
          <ac:cxnSpMkLst>
            <pc:docMk/>
            <pc:sldMk cId="3449884432" sldId="263"/>
            <ac:cxnSpMk id="52" creationId="{D2B01554-0227-440B-5459-A9C7B2B7AF9E}"/>
          </ac:cxnSpMkLst>
        </pc:cxnChg>
        <pc:cxnChg chg="mod">
          <ac:chgData name="Taher, Hamza" userId="584ffbb0-e3fe-498c-9db0-4f8ad55e978a" providerId="ADAL" clId="{4B9100E8-3D3D-4F2E-B373-638333481E3C}" dt="2026-03-08T12:56:43.316" v="1016" actId="14100"/>
          <ac:cxnSpMkLst>
            <pc:docMk/>
            <pc:sldMk cId="3449884432" sldId="263"/>
            <ac:cxnSpMk id="57" creationId="{A632558C-A83A-262E-51F9-238BD195E474}"/>
          </ac:cxnSpMkLst>
        </pc:cxnChg>
        <pc:cxnChg chg="mod">
          <ac:chgData name="Taher, Hamza" userId="584ffbb0-e3fe-498c-9db0-4f8ad55e978a" providerId="ADAL" clId="{4B9100E8-3D3D-4F2E-B373-638333481E3C}" dt="2026-03-08T12:56:40.043" v="1015" actId="14100"/>
          <ac:cxnSpMkLst>
            <pc:docMk/>
            <pc:sldMk cId="3449884432" sldId="263"/>
            <ac:cxnSpMk id="59" creationId="{A489F4C5-CEDB-6B46-43A7-5C579153837D}"/>
          </ac:cxnSpMkLst>
        </pc:cxnChg>
        <pc:cxnChg chg="mod">
          <ac:chgData name="Taher, Hamza" userId="584ffbb0-e3fe-498c-9db0-4f8ad55e978a" providerId="ADAL" clId="{4B9100E8-3D3D-4F2E-B373-638333481E3C}" dt="2026-03-08T12:56:55.085" v="1019" actId="1076"/>
          <ac:cxnSpMkLst>
            <pc:docMk/>
            <pc:sldMk cId="3449884432" sldId="263"/>
            <ac:cxnSpMk id="107" creationId="{44A5CEF7-1254-E3F9-46D3-9CAA60A49E8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B5D4-8DFF-144A-9654-EF4569B8D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5B3D3-8791-CDDB-36CA-FAF800579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6E473-0057-28A6-C21C-DC4012B6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016EA-766C-F3EA-9B2B-EB14A2E8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E4A1-901F-F4B8-55B8-055498A4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20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0447-73F9-5C9F-F854-6B3247CE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E2FA0-280A-E95C-3F00-BC18D2C66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F1280-DF8E-F9AE-BC96-3B86EF9F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92E4B-86D2-0042-29EE-D09D9D4E5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5D63C-64C2-5ECC-3DA5-5104B249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355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9A04-4DD1-4D54-7A19-30558132D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E57ED-7565-336E-2E7E-C0C4825A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56612-2499-99D4-B6EE-AF71A107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A838-3E51-A635-E961-82C6E27E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1ECEA-427B-09DE-92EC-9DB90F35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8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D6FA-081A-3DBE-CDA9-C9495261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74E90-38C7-256A-911F-80CB0FA2B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4AC3D-FA00-879D-4090-C5E489392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032B7-2753-71E2-5689-1345E3F1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FC27D-E90F-B839-F63A-9CB84EF4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DB022-FFC2-689D-D0DF-2E96C014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25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B2AE-450E-5490-4EA5-D1B49234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D1BAF-7BC7-0465-25DC-7D2B332D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B6679-06C3-1DE7-5DF6-B818ABB78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3257C-7D7F-041E-6E08-2F500DCAE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CA9CA-5345-D408-3954-4941C76C0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6A6EF-68D0-8820-30A4-815ADD25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2B5C5-73E6-AD8F-87DE-733076AC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42E74-DE89-58B4-AAA1-CEC79FBA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40BA-443F-78AF-C69E-8D65D359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B3C78-DDC7-2AB9-862C-F9CBFC93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9700F-D523-8F77-2F5E-3C0CF47D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5C546-5330-7D56-EAD2-E888D45E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74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1F0C05-C535-9115-BF68-D58FBAC6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F52AA-74AF-798A-2012-23ACEAD7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B99A3-3324-418E-78B3-E1259064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4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0801-2188-A2C6-6786-B88CAE04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6A35-9AE3-8810-510C-E1CDD4EA1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8C20D-0168-E30F-E241-15F38D0A7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A69AE-2B01-5F58-C6BB-E8512D5D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DCDB9-B470-86E6-4C2C-E82B37CF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BF71C-48C2-A804-5A4A-1CE05E79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95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454B-1091-1528-DD1C-414B2164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7D76F-C6A2-933D-8E88-21F2E5E6E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A62A1-0EDF-52DB-EA52-78F752AB9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FDDAC-7F16-FDF7-C7AF-CD7CACEB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A8CA9-31C4-14B8-B86B-696A9F5C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72F78-BD51-E65B-828A-89655FB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51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AA2C-014E-3B6D-3082-E1F8AE0E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92682-88EB-D8CC-3BFD-B3B036BAA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4A609-759C-F5D5-B24B-DABEF47E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B58F-AA3A-2730-8DBD-A04E380B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EA041-35D8-99FA-034C-E333BFAB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27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E21C87-9B79-8021-DDCF-58D6EA256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28BE2-C2D3-90D2-AF81-7ACB2E024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D96A-4D8D-3102-2315-AD8BE0BB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1C4B-55CB-7594-FB31-76245F6F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D53B8-79B0-B759-3562-293BB62D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70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CAB1B5-E4BE-D912-94A4-CFBAD4B8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D29E4-418A-A630-D103-0133F418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AF7CA-D080-B2E4-8BAB-1347D653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27C9F-41AB-44F8-8AA9-952E36367A4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AC68F-F57D-90F9-35C7-34AB8B3B0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CD55D-159B-CA56-D4D1-59DB04949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E7950-E926-45CE-94B4-4106BF5343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51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7852-970F-8CD4-D3C5-B7517584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E6A43-536F-C6AB-98B7-857706D1715F}"/>
              </a:ext>
            </a:extLst>
          </p:cNvPr>
          <p:cNvSpPr/>
          <p:nvPr/>
        </p:nvSpPr>
        <p:spPr>
          <a:xfrm>
            <a:off x="5848646" y="844120"/>
            <a:ext cx="1480565" cy="627888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013164-6FD0-F999-058B-5132D9DA17FB}"/>
              </a:ext>
            </a:extLst>
          </p:cNvPr>
          <p:cNvSpPr/>
          <p:nvPr/>
        </p:nvSpPr>
        <p:spPr>
          <a:xfrm>
            <a:off x="72406" y="1552150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S1 -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and Blood Oxygen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A23F30-BC20-7B8A-B34C-EC4DEADB7168}"/>
              </a:ext>
            </a:extLst>
          </p:cNvPr>
          <p:cNvSpPr/>
          <p:nvPr/>
        </p:nvSpPr>
        <p:spPr>
          <a:xfrm>
            <a:off x="2790474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B35D34-1609-551E-C239-CFC973E7F348}"/>
              </a:ext>
            </a:extLst>
          </p:cNvPr>
          <p:cNvSpPr/>
          <p:nvPr/>
        </p:nvSpPr>
        <p:spPr>
          <a:xfrm>
            <a:off x="5508542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Zero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E4E7BD-F390-C2FC-A853-E3862B77B652}"/>
              </a:ext>
            </a:extLst>
          </p:cNvPr>
          <p:cNvSpPr/>
          <p:nvPr/>
        </p:nvSpPr>
        <p:spPr>
          <a:xfrm>
            <a:off x="72406" y="2305812"/>
            <a:ext cx="1480566" cy="627889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682E03-8CB3-C78F-5E54-28B982EFC94B}"/>
              </a:ext>
            </a:extLst>
          </p:cNvPr>
          <p:cNvSpPr/>
          <p:nvPr/>
        </p:nvSpPr>
        <p:spPr>
          <a:xfrm>
            <a:off x="72406" y="3059475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7340CB4-C042-5782-CD20-D6B9058695F6}"/>
              </a:ext>
            </a:extLst>
          </p:cNvPr>
          <p:cNvSpPr/>
          <p:nvPr/>
        </p:nvSpPr>
        <p:spPr>
          <a:xfrm>
            <a:off x="9094089" y="2305812"/>
            <a:ext cx="1480565" cy="627888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058182-BBCE-CFCF-797A-9CD2E6FD095A}"/>
              </a:ext>
            </a:extLst>
          </p:cNvPr>
          <p:cNvSpPr/>
          <p:nvPr/>
        </p:nvSpPr>
        <p:spPr>
          <a:xfrm>
            <a:off x="2322280" y="5469216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F7EC138-6DAA-43E6-A231-A96723A864D2}"/>
              </a:ext>
            </a:extLst>
          </p:cNvPr>
          <p:cNvSpPr/>
          <p:nvPr/>
        </p:nvSpPr>
        <p:spPr>
          <a:xfrm>
            <a:off x="3877210" y="5462864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9AC2EF-2C2D-C737-C82F-4EE09DD355D5}"/>
              </a:ext>
            </a:extLst>
          </p:cNvPr>
          <p:cNvSpPr/>
          <p:nvPr/>
        </p:nvSpPr>
        <p:spPr>
          <a:xfrm>
            <a:off x="5854997" y="5462866"/>
            <a:ext cx="1480564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On/Off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0BE067E-1A1F-B16F-3EC7-0450359D6A1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52972" y="1866094"/>
            <a:ext cx="1237502" cy="753662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D8DA499-9257-2226-6A84-DE0641BDE685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1552972" y="2619756"/>
            <a:ext cx="1237502" cy="1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513078B-F9C1-B0B1-AFEC-F57B1374B278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1552972" y="2619756"/>
            <a:ext cx="1237502" cy="753663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684D18E-5B04-43C7-C78D-7B2A0F23DDA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682015" y="2619756"/>
            <a:ext cx="741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9B8B327-4D6E-8091-B992-4E38C5319C5E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499990" y="2619756"/>
            <a:ext cx="594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4E607F4E-91DD-AC66-52F4-A506BBAE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661" y="2305812"/>
            <a:ext cx="591136" cy="591136"/>
          </a:xfrm>
          <a:prstGeom prst="rect">
            <a:avLst/>
          </a:prstGeom>
        </p:spPr>
      </p:pic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EDB8D069-D9A1-A507-4982-C50113C79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55208"/>
              </p:ext>
            </p:extLst>
          </p:nvPr>
        </p:nvGraphicFramePr>
        <p:xfrm>
          <a:off x="10232517" y="4164926"/>
          <a:ext cx="185055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0557">
                  <a:extLst>
                    <a:ext uri="{9D8B030D-6E8A-4147-A177-3AD203B41FA5}">
                      <a16:colId xmlns:a16="http://schemas.microsoft.com/office/drawing/2014/main" val="1925900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D97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3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Microcontroller</a:t>
                      </a:r>
                    </a:p>
                  </a:txBody>
                  <a:tcPr>
                    <a:solidFill>
                      <a:srgbClr val="7E9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3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Buttons</a:t>
                      </a:r>
                    </a:p>
                  </a:txBody>
                  <a:tcPr>
                    <a:solidFill>
                      <a:srgbClr val="D68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Display</a:t>
                      </a:r>
                    </a:p>
                  </a:txBody>
                  <a:tcPr>
                    <a:solidFill>
                      <a:srgbClr val="EAA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6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Webpage</a:t>
                      </a:r>
                    </a:p>
                  </a:txBody>
                  <a:tcPr>
                    <a:solidFill>
                      <a:srgbClr val="822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4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Motor</a:t>
                      </a:r>
                    </a:p>
                  </a:txBody>
                  <a:tcPr>
                    <a:solidFill>
                      <a:srgbClr val="B08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97191"/>
                  </a:ext>
                </a:extLst>
              </a:tr>
            </a:tbl>
          </a:graphicData>
        </a:graphic>
      </p:graphicFrame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A85468BE-3D26-5317-E9A7-EB9EE11B1B4D}"/>
              </a:ext>
            </a:extLst>
          </p:cNvPr>
          <p:cNvSpPr/>
          <p:nvPr/>
        </p:nvSpPr>
        <p:spPr>
          <a:xfrm>
            <a:off x="3134154" y="844120"/>
            <a:ext cx="1480564" cy="627888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806C201-3124-56D3-45DE-D7A6284040D2}"/>
              </a:ext>
            </a:extLst>
          </p:cNvPr>
          <p:cNvCxnSpPr>
            <a:cxnSpLocks/>
            <a:stCxn id="47" idx="0"/>
            <a:endCxn id="7" idx="2"/>
          </p:cNvCxnSpPr>
          <p:nvPr/>
        </p:nvCxnSpPr>
        <p:spPr>
          <a:xfrm rot="5400000" flipH="1" flipV="1">
            <a:off x="2202129" y="3794134"/>
            <a:ext cx="2535516" cy="8146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6C4D906-7EA4-BD7E-7971-15F39C265F80}"/>
              </a:ext>
            </a:extLst>
          </p:cNvPr>
          <p:cNvCxnSpPr>
            <a:cxnSpLocks/>
            <a:stCxn id="48" idx="0"/>
            <a:endCxn id="7" idx="2"/>
          </p:cNvCxnSpPr>
          <p:nvPr/>
        </p:nvCxnSpPr>
        <p:spPr>
          <a:xfrm rot="16200000" flipV="1">
            <a:off x="2982770" y="3828141"/>
            <a:ext cx="2529164" cy="7402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A9E221-9689-F1C2-F796-29940C1ED6CA}"/>
              </a:ext>
            </a:extLst>
          </p:cNvPr>
          <p:cNvCxnSpPr>
            <a:cxnSpLocks/>
            <a:stCxn id="7" idx="0"/>
            <a:endCxn id="153" idx="2"/>
          </p:cNvCxnSpPr>
          <p:nvPr/>
        </p:nvCxnSpPr>
        <p:spPr>
          <a:xfrm flipH="1" flipV="1">
            <a:off x="3874436" y="1472008"/>
            <a:ext cx="2775" cy="833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B9D703B-E290-C81E-94BF-A51A5197B529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6588929" y="1472008"/>
            <a:ext cx="6350" cy="833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5D458EC8-7079-AE3D-A802-86B3FCF59856}"/>
              </a:ext>
            </a:extLst>
          </p:cNvPr>
          <p:cNvCxnSpPr>
            <a:cxnSpLocks/>
            <a:stCxn id="49" idx="0"/>
            <a:endCxn id="7" idx="2"/>
          </p:cNvCxnSpPr>
          <p:nvPr/>
        </p:nvCxnSpPr>
        <p:spPr>
          <a:xfrm rot="16200000" flipV="1">
            <a:off x="3971662" y="2839249"/>
            <a:ext cx="2529166" cy="271806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7C35D03-B9B6-DAF6-F5B6-7E6B74EEF748}"/>
              </a:ext>
            </a:extLst>
          </p:cNvPr>
          <p:cNvCxnSpPr>
            <a:cxnSpLocks/>
            <a:stCxn id="49" idx="0"/>
            <a:endCxn id="9" idx="2"/>
          </p:cNvCxnSpPr>
          <p:nvPr/>
        </p:nvCxnSpPr>
        <p:spPr>
          <a:xfrm rot="5400000" flipH="1" flipV="1">
            <a:off x="5330696" y="4198283"/>
            <a:ext cx="2529166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7643523-988A-4AA4-8FEE-9AAD843AE7B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963947" y="2619756"/>
            <a:ext cx="5445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D4E2502-C026-517F-2FC8-08B5E84EC040}"/>
              </a:ext>
            </a:extLst>
          </p:cNvPr>
          <p:cNvSpPr txBox="1"/>
          <p:nvPr/>
        </p:nvSpPr>
        <p:spPr>
          <a:xfrm>
            <a:off x="8052984" y="338328"/>
            <a:ext cx="3358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Design</a:t>
            </a:r>
          </a:p>
        </p:txBody>
      </p:sp>
    </p:spTree>
    <p:extLst>
      <p:ext uri="{BB962C8B-B14F-4D97-AF65-F5344CB8AC3E}">
        <p14:creationId xmlns:p14="http://schemas.microsoft.com/office/powerpoint/2010/main" val="20055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DB591-2516-D8E0-540D-ABD795DC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BFD8C6-6180-7C05-E36C-D0660E2F9264}"/>
              </a:ext>
            </a:extLst>
          </p:cNvPr>
          <p:cNvSpPr/>
          <p:nvPr/>
        </p:nvSpPr>
        <p:spPr>
          <a:xfrm>
            <a:off x="5854995" y="3429000"/>
            <a:ext cx="1480565" cy="627888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082F6B-BCFD-BB7B-C042-1075528EBB70}"/>
              </a:ext>
            </a:extLst>
          </p:cNvPr>
          <p:cNvSpPr/>
          <p:nvPr/>
        </p:nvSpPr>
        <p:spPr>
          <a:xfrm>
            <a:off x="72406" y="1552150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S1 -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and Blood Oxygen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81DE5E-7916-D378-F9BD-3786488F4794}"/>
              </a:ext>
            </a:extLst>
          </p:cNvPr>
          <p:cNvSpPr/>
          <p:nvPr/>
        </p:nvSpPr>
        <p:spPr>
          <a:xfrm>
            <a:off x="2790474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E08991-1F07-51FB-F933-06A259F9A8FD}"/>
              </a:ext>
            </a:extLst>
          </p:cNvPr>
          <p:cNvSpPr/>
          <p:nvPr/>
        </p:nvSpPr>
        <p:spPr>
          <a:xfrm>
            <a:off x="5508542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FCF145-77F5-FECC-50FA-E16EA37576FC}"/>
              </a:ext>
            </a:extLst>
          </p:cNvPr>
          <p:cNvSpPr/>
          <p:nvPr/>
        </p:nvSpPr>
        <p:spPr>
          <a:xfrm>
            <a:off x="72406" y="2305812"/>
            <a:ext cx="1480566" cy="627889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9D0A56C-1E17-6DEB-1A1B-08284CE2B828}"/>
              </a:ext>
            </a:extLst>
          </p:cNvPr>
          <p:cNvSpPr/>
          <p:nvPr/>
        </p:nvSpPr>
        <p:spPr>
          <a:xfrm>
            <a:off x="72406" y="3059475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CE19158-47D7-37FB-7509-1A879B2DD79F}"/>
              </a:ext>
            </a:extLst>
          </p:cNvPr>
          <p:cNvSpPr/>
          <p:nvPr/>
        </p:nvSpPr>
        <p:spPr>
          <a:xfrm>
            <a:off x="9094089" y="2305812"/>
            <a:ext cx="1480565" cy="627888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A67BDEC-2916-1694-2D12-DA94380AFF3F}"/>
              </a:ext>
            </a:extLst>
          </p:cNvPr>
          <p:cNvSpPr/>
          <p:nvPr/>
        </p:nvSpPr>
        <p:spPr>
          <a:xfrm>
            <a:off x="392447" y="5142870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B9C61F7-4A35-1DF5-4A75-868547724129}"/>
              </a:ext>
            </a:extLst>
          </p:cNvPr>
          <p:cNvSpPr/>
          <p:nvPr/>
        </p:nvSpPr>
        <p:spPr>
          <a:xfrm>
            <a:off x="392445" y="5896532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68EC343-E05F-D888-E153-DBF952C196AC}"/>
              </a:ext>
            </a:extLst>
          </p:cNvPr>
          <p:cNvSpPr/>
          <p:nvPr/>
        </p:nvSpPr>
        <p:spPr>
          <a:xfrm>
            <a:off x="4476160" y="593063"/>
            <a:ext cx="1480564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On/Off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DCDABF10-E8C0-125C-A44C-2394FFA9371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52972" y="1866094"/>
            <a:ext cx="1237502" cy="753662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417FD86-D802-1E72-CD03-223EC99D32E7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1552972" y="2619756"/>
            <a:ext cx="1237502" cy="1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A2F457B1-6EFB-B050-FFE9-CB6FF7602BB9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1552972" y="2619756"/>
            <a:ext cx="1237502" cy="753663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D784A1E-891D-A361-B8B0-D041A220FF5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682015" y="2619756"/>
            <a:ext cx="741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78E5D9F-9588-7812-FFE3-85A1826DDEEA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499990" y="2619756"/>
            <a:ext cx="594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3E398A11-47C7-40B5-98EC-D0A1D4A12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661" y="2305812"/>
            <a:ext cx="591136" cy="591136"/>
          </a:xfrm>
          <a:prstGeom prst="rect">
            <a:avLst/>
          </a:prstGeom>
        </p:spPr>
      </p:pic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6EF65330-3685-53C0-AF80-D0301DD4A052}"/>
              </a:ext>
            </a:extLst>
          </p:cNvPr>
          <p:cNvGraphicFramePr>
            <a:graphicFrameLocks noGrp="1"/>
          </p:cNvGraphicFramePr>
          <p:nvPr/>
        </p:nvGraphicFramePr>
        <p:xfrm>
          <a:off x="10232517" y="4164926"/>
          <a:ext cx="185055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0557">
                  <a:extLst>
                    <a:ext uri="{9D8B030D-6E8A-4147-A177-3AD203B41FA5}">
                      <a16:colId xmlns:a16="http://schemas.microsoft.com/office/drawing/2014/main" val="1925900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D97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3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Microcontroller</a:t>
                      </a:r>
                    </a:p>
                  </a:txBody>
                  <a:tcPr>
                    <a:solidFill>
                      <a:srgbClr val="7E9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3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Buttons</a:t>
                      </a:r>
                    </a:p>
                  </a:txBody>
                  <a:tcPr>
                    <a:solidFill>
                      <a:srgbClr val="D68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Display</a:t>
                      </a:r>
                    </a:p>
                  </a:txBody>
                  <a:tcPr>
                    <a:solidFill>
                      <a:srgbClr val="EAA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6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Webpage</a:t>
                      </a:r>
                    </a:p>
                  </a:txBody>
                  <a:tcPr>
                    <a:solidFill>
                      <a:srgbClr val="822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4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Motor</a:t>
                      </a:r>
                    </a:p>
                  </a:txBody>
                  <a:tcPr>
                    <a:solidFill>
                      <a:srgbClr val="B08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97191"/>
                  </a:ext>
                </a:extLst>
              </a:tr>
            </a:tbl>
          </a:graphicData>
        </a:graphic>
      </p:graphicFrame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BEB70399-0B41-8D6B-8287-3F7243A726AD}"/>
              </a:ext>
            </a:extLst>
          </p:cNvPr>
          <p:cNvSpPr/>
          <p:nvPr/>
        </p:nvSpPr>
        <p:spPr>
          <a:xfrm>
            <a:off x="5028330" y="5456814"/>
            <a:ext cx="1480564" cy="627888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D6ED295-A1D4-DF37-4375-CB45C4609249}"/>
              </a:ext>
            </a:extLst>
          </p:cNvPr>
          <p:cNvSpPr/>
          <p:nvPr/>
        </p:nvSpPr>
        <p:spPr>
          <a:xfrm>
            <a:off x="2465232" y="5477696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H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4B807A0-6D99-066A-BE4C-6E6D894AFB76}"/>
              </a:ext>
            </a:extLst>
          </p:cNvPr>
          <p:cNvCxnSpPr>
            <a:cxnSpLocks/>
            <a:stCxn id="47" idx="3"/>
            <a:endCxn id="16" idx="1"/>
          </p:cNvCxnSpPr>
          <p:nvPr/>
        </p:nvCxnSpPr>
        <p:spPr>
          <a:xfrm>
            <a:off x="1873012" y="5456814"/>
            <a:ext cx="592220" cy="334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53B624C-1A45-56D0-E418-43B43ADC82BD}"/>
              </a:ext>
            </a:extLst>
          </p:cNvPr>
          <p:cNvCxnSpPr>
            <a:cxnSpLocks/>
            <a:stCxn id="48" idx="3"/>
            <a:endCxn id="16" idx="1"/>
          </p:cNvCxnSpPr>
          <p:nvPr/>
        </p:nvCxnSpPr>
        <p:spPr>
          <a:xfrm flipV="1">
            <a:off x="1873010" y="5791640"/>
            <a:ext cx="592222" cy="418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C086A3-5306-306D-4EFB-A0C349A82243}"/>
              </a:ext>
            </a:extLst>
          </p:cNvPr>
          <p:cNvCxnSpPr>
            <a:cxnSpLocks/>
            <a:stCxn id="16" idx="3"/>
            <a:endCxn id="153" idx="1"/>
          </p:cNvCxnSpPr>
          <p:nvPr/>
        </p:nvCxnSpPr>
        <p:spPr>
          <a:xfrm flipV="1">
            <a:off x="4638705" y="5770758"/>
            <a:ext cx="389625" cy="20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B5BE57E-133E-6437-CFC7-E81C6F84AEEA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flipH="1">
            <a:off x="6595278" y="2933700"/>
            <a:ext cx="1" cy="495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4EE4F727-71BB-EB1C-018A-DD2115F67537}"/>
              </a:ext>
            </a:extLst>
          </p:cNvPr>
          <p:cNvCxnSpPr>
            <a:cxnSpLocks/>
            <a:stCxn id="49" idx="2"/>
            <a:endCxn id="7" idx="0"/>
          </p:cNvCxnSpPr>
          <p:nvPr/>
        </p:nvCxnSpPr>
        <p:spPr>
          <a:xfrm rot="5400000">
            <a:off x="4004397" y="1093766"/>
            <a:ext cx="1084861" cy="133923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1DB4AA5E-129B-3D0C-096D-74351B5F5434}"/>
              </a:ext>
            </a:extLst>
          </p:cNvPr>
          <p:cNvCxnSpPr>
            <a:cxnSpLocks/>
            <a:stCxn id="49" idx="2"/>
            <a:endCxn id="9" idx="0"/>
          </p:cNvCxnSpPr>
          <p:nvPr/>
        </p:nvCxnSpPr>
        <p:spPr>
          <a:xfrm rot="16200000" flipH="1">
            <a:off x="5363430" y="1073962"/>
            <a:ext cx="1084861" cy="13788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13E8EB5-63FE-7F5B-B236-A32B91EBFAC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963947" y="2619756"/>
            <a:ext cx="5445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4C9AD8-139C-BD09-5C04-F04C4BADC073}"/>
              </a:ext>
            </a:extLst>
          </p:cNvPr>
          <p:cNvSpPr txBox="1"/>
          <p:nvPr/>
        </p:nvSpPr>
        <p:spPr>
          <a:xfrm>
            <a:off x="8052984" y="338328"/>
            <a:ext cx="3358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C3AD3-AB36-4CA6-94AE-1C4B6ABCD548}"/>
              </a:ext>
            </a:extLst>
          </p:cNvPr>
          <p:cNvSpPr/>
          <p:nvPr/>
        </p:nvSpPr>
        <p:spPr>
          <a:xfrm>
            <a:off x="138430" y="4942943"/>
            <a:ext cx="6903720" cy="176953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32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D64A-7467-5FCE-27C4-4FC0AAB9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BACE48-71F1-23A9-0907-112A6FC0D930}"/>
              </a:ext>
            </a:extLst>
          </p:cNvPr>
          <p:cNvSpPr/>
          <p:nvPr/>
        </p:nvSpPr>
        <p:spPr>
          <a:xfrm>
            <a:off x="5854995" y="3429000"/>
            <a:ext cx="1480565" cy="627888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12AD-EEB0-3BF7-1F75-288EBDEBEE9A}"/>
              </a:ext>
            </a:extLst>
          </p:cNvPr>
          <p:cNvSpPr/>
          <p:nvPr/>
        </p:nvSpPr>
        <p:spPr>
          <a:xfrm>
            <a:off x="72406" y="1552150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S1 -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and Blood Oxygen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E5CE6E-2E7C-22AC-0E44-178E1F8CBE97}"/>
              </a:ext>
            </a:extLst>
          </p:cNvPr>
          <p:cNvSpPr/>
          <p:nvPr/>
        </p:nvSpPr>
        <p:spPr>
          <a:xfrm>
            <a:off x="2790474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F680A6-30E0-3111-580B-524130DD4C3F}"/>
              </a:ext>
            </a:extLst>
          </p:cNvPr>
          <p:cNvSpPr/>
          <p:nvPr/>
        </p:nvSpPr>
        <p:spPr>
          <a:xfrm>
            <a:off x="5508542" y="230581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Zero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C44C53-28DE-D0B1-07B2-5FDA737D0BC4}"/>
              </a:ext>
            </a:extLst>
          </p:cNvPr>
          <p:cNvSpPr/>
          <p:nvPr/>
        </p:nvSpPr>
        <p:spPr>
          <a:xfrm>
            <a:off x="72406" y="2305812"/>
            <a:ext cx="1480566" cy="627889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34E35D-17B9-CD3A-2B2B-CE75BCE1BB85}"/>
              </a:ext>
            </a:extLst>
          </p:cNvPr>
          <p:cNvSpPr/>
          <p:nvPr/>
        </p:nvSpPr>
        <p:spPr>
          <a:xfrm>
            <a:off x="72406" y="3059475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953F5F-C842-0AF8-11DA-0DB1532C1F76}"/>
              </a:ext>
            </a:extLst>
          </p:cNvPr>
          <p:cNvSpPr/>
          <p:nvPr/>
        </p:nvSpPr>
        <p:spPr>
          <a:xfrm>
            <a:off x="9094089" y="2305812"/>
            <a:ext cx="1480565" cy="627888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42D8C4F-CC55-DB25-7DD9-484E6F9D55C3}"/>
              </a:ext>
            </a:extLst>
          </p:cNvPr>
          <p:cNvSpPr/>
          <p:nvPr/>
        </p:nvSpPr>
        <p:spPr>
          <a:xfrm>
            <a:off x="72407" y="5206878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783C77D-BD49-3DE5-A00F-E838CB1CBB9B}"/>
              </a:ext>
            </a:extLst>
          </p:cNvPr>
          <p:cNvSpPr/>
          <p:nvPr/>
        </p:nvSpPr>
        <p:spPr>
          <a:xfrm>
            <a:off x="72405" y="5960540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E44AE46-2B62-433A-4FA3-94FE8D8AD50D}"/>
              </a:ext>
            </a:extLst>
          </p:cNvPr>
          <p:cNvSpPr/>
          <p:nvPr/>
        </p:nvSpPr>
        <p:spPr>
          <a:xfrm>
            <a:off x="4476160" y="593063"/>
            <a:ext cx="1480564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On/Off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77555A9-B091-DB40-56EA-73E00EEA258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52972" y="1866094"/>
            <a:ext cx="1237502" cy="753662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0CA5F3F-597C-09E8-11C9-23515D842409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1552972" y="2619756"/>
            <a:ext cx="1237502" cy="1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31B4244-F944-7B0E-A9C8-E40F2F7EA042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1552972" y="2619756"/>
            <a:ext cx="1237502" cy="753663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7474A27-D1A1-047A-3934-EE2ECD1F35E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682015" y="2619756"/>
            <a:ext cx="741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3C54C7-53DF-AB10-1776-C5FE5C82EBAA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8499990" y="2619756"/>
            <a:ext cx="594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D0B5B7CF-1FEB-9768-3418-B6B5153ED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661" y="2305812"/>
            <a:ext cx="591136" cy="591136"/>
          </a:xfrm>
          <a:prstGeom prst="rect">
            <a:avLst/>
          </a:prstGeom>
        </p:spPr>
      </p:pic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4A66011B-DF23-E7B0-7731-9813F7CB9DC3}"/>
              </a:ext>
            </a:extLst>
          </p:cNvPr>
          <p:cNvGraphicFramePr>
            <a:graphicFrameLocks noGrp="1"/>
          </p:cNvGraphicFramePr>
          <p:nvPr/>
        </p:nvGraphicFramePr>
        <p:xfrm>
          <a:off x="10232517" y="4164926"/>
          <a:ext cx="185055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0557">
                  <a:extLst>
                    <a:ext uri="{9D8B030D-6E8A-4147-A177-3AD203B41FA5}">
                      <a16:colId xmlns:a16="http://schemas.microsoft.com/office/drawing/2014/main" val="1925900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D97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3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Microcontroller</a:t>
                      </a:r>
                    </a:p>
                  </a:txBody>
                  <a:tcPr>
                    <a:solidFill>
                      <a:srgbClr val="7E9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3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Buttons</a:t>
                      </a:r>
                    </a:p>
                  </a:txBody>
                  <a:tcPr>
                    <a:solidFill>
                      <a:srgbClr val="D68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Display</a:t>
                      </a:r>
                    </a:p>
                  </a:txBody>
                  <a:tcPr>
                    <a:solidFill>
                      <a:srgbClr val="EAA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6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Webpage</a:t>
                      </a:r>
                    </a:p>
                  </a:txBody>
                  <a:tcPr>
                    <a:solidFill>
                      <a:srgbClr val="822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4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Motor</a:t>
                      </a:r>
                    </a:p>
                  </a:txBody>
                  <a:tcPr>
                    <a:solidFill>
                      <a:srgbClr val="B08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97191"/>
                  </a:ext>
                </a:extLst>
              </a:tr>
            </a:tbl>
          </a:graphicData>
        </a:graphic>
      </p:graphicFrame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6D8274E5-C32E-EBA0-1692-7C6C73D637C3}"/>
              </a:ext>
            </a:extLst>
          </p:cNvPr>
          <p:cNvSpPr/>
          <p:nvPr/>
        </p:nvSpPr>
        <p:spPr>
          <a:xfrm>
            <a:off x="4708290" y="5520822"/>
            <a:ext cx="1480564" cy="627888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365AFC-2871-C322-AAF3-41D602A579F4}"/>
              </a:ext>
            </a:extLst>
          </p:cNvPr>
          <p:cNvSpPr/>
          <p:nvPr/>
        </p:nvSpPr>
        <p:spPr>
          <a:xfrm>
            <a:off x="2145192" y="5541704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Raspberry Pi Pico H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7058ABF-9088-CD23-F647-784FEFA93A22}"/>
              </a:ext>
            </a:extLst>
          </p:cNvPr>
          <p:cNvCxnSpPr>
            <a:cxnSpLocks/>
            <a:stCxn id="47" idx="3"/>
            <a:endCxn id="16" idx="1"/>
          </p:cNvCxnSpPr>
          <p:nvPr/>
        </p:nvCxnSpPr>
        <p:spPr>
          <a:xfrm>
            <a:off x="1552972" y="5520822"/>
            <a:ext cx="592220" cy="334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33AC0FF-80DF-E814-322E-3629DA9D61E2}"/>
              </a:ext>
            </a:extLst>
          </p:cNvPr>
          <p:cNvCxnSpPr>
            <a:cxnSpLocks/>
            <a:stCxn id="48" idx="3"/>
            <a:endCxn id="16" idx="1"/>
          </p:cNvCxnSpPr>
          <p:nvPr/>
        </p:nvCxnSpPr>
        <p:spPr>
          <a:xfrm flipV="1">
            <a:off x="1552970" y="5855648"/>
            <a:ext cx="592222" cy="418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663CC5-9B3E-63DA-28E9-7E656CAD454E}"/>
              </a:ext>
            </a:extLst>
          </p:cNvPr>
          <p:cNvCxnSpPr>
            <a:cxnSpLocks/>
            <a:stCxn id="16" idx="3"/>
            <a:endCxn id="153" idx="1"/>
          </p:cNvCxnSpPr>
          <p:nvPr/>
        </p:nvCxnSpPr>
        <p:spPr>
          <a:xfrm flipV="1">
            <a:off x="4318665" y="5834766"/>
            <a:ext cx="389625" cy="20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4453B89-C976-FEA5-BA7D-A3991FACAC52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flipH="1">
            <a:off x="6595278" y="2933700"/>
            <a:ext cx="1" cy="495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4EDF5A66-0EC5-8642-835F-93CF2FF1F726}"/>
              </a:ext>
            </a:extLst>
          </p:cNvPr>
          <p:cNvCxnSpPr>
            <a:cxnSpLocks/>
            <a:stCxn id="49" idx="2"/>
            <a:endCxn id="7" idx="0"/>
          </p:cNvCxnSpPr>
          <p:nvPr/>
        </p:nvCxnSpPr>
        <p:spPr>
          <a:xfrm rot="5400000">
            <a:off x="4004397" y="1093766"/>
            <a:ext cx="1084861" cy="133923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2CB8C175-6493-D80B-EA24-911D39CC48C5}"/>
              </a:ext>
            </a:extLst>
          </p:cNvPr>
          <p:cNvCxnSpPr>
            <a:cxnSpLocks/>
            <a:stCxn id="49" idx="2"/>
            <a:endCxn id="9" idx="0"/>
          </p:cNvCxnSpPr>
          <p:nvPr/>
        </p:nvCxnSpPr>
        <p:spPr>
          <a:xfrm rot="16200000" flipH="1">
            <a:off x="5363430" y="1073962"/>
            <a:ext cx="1084861" cy="13788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39DF6AE-3C75-4CCF-8BFD-A6A5566A9E1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963947" y="2619756"/>
            <a:ext cx="5445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E09A1B-9B73-4DE7-51AB-2AEE56188ECF}"/>
              </a:ext>
            </a:extLst>
          </p:cNvPr>
          <p:cNvSpPr txBox="1"/>
          <p:nvPr/>
        </p:nvSpPr>
        <p:spPr>
          <a:xfrm>
            <a:off x="8499990" y="300675"/>
            <a:ext cx="3358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 Design</a:t>
            </a:r>
          </a:p>
        </p:txBody>
      </p:sp>
    </p:spTree>
    <p:extLst>
      <p:ext uri="{BB962C8B-B14F-4D97-AF65-F5344CB8AC3E}">
        <p14:creationId xmlns:p14="http://schemas.microsoft.com/office/powerpoint/2010/main" val="360443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A8D4-7E7B-48B7-5FC4-FE1CE47E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31CDFF-C5D7-0F10-73DB-42831B3F1A87}"/>
              </a:ext>
            </a:extLst>
          </p:cNvPr>
          <p:cNvSpPr/>
          <p:nvPr/>
        </p:nvSpPr>
        <p:spPr>
          <a:xfrm>
            <a:off x="5963617" y="721272"/>
            <a:ext cx="1480565" cy="627888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5C02AD-9810-E081-2D29-09D55A1C6798}"/>
              </a:ext>
            </a:extLst>
          </p:cNvPr>
          <p:cNvSpPr/>
          <p:nvPr/>
        </p:nvSpPr>
        <p:spPr>
          <a:xfrm>
            <a:off x="72406" y="1552150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 and Blood Oxygen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2CB3D1-62E6-CDEF-69B1-E06C9195627E}"/>
              </a:ext>
            </a:extLst>
          </p:cNvPr>
          <p:cNvSpPr/>
          <p:nvPr/>
        </p:nvSpPr>
        <p:spPr>
          <a:xfrm>
            <a:off x="3802845" y="2312162"/>
            <a:ext cx="2173473" cy="627888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Raspberry Pi Pico 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E747E-B0D4-420C-71A4-AFAF93AA9B16}"/>
              </a:ext>
            </a:extLst>
          </p:cNvPr>
          <p:cNvSpPr/>
          <p:nvPr/>
        </p:nvSpPr>
        <p:spPr>
          <a:xfrm>
            <a:off x="72406" y="2305812"/>
            <a:ext cx="1480566" cy="627889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C730F1-A0CE-292E-D346-C0710EEE44F3}"/>
              </a:ext>
            </a:extLst>
          </p:cNvPr>
          <p:cNvSpPr/>
          <p:nvPr/>
        </p:nvSpPr>
        <p:spPr>
          <a:xfrm>
            <a:off x="72406" y="3059475"/>
            <a:ext cx="1480566" cy="627888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B46B588-9DC3-4B46-3081-AD32B8C37F6D}"/>
              </a:ext>
            </a:extLst>
          </p:cNvPr>
          <p:cNvSpPr/>
          <p:nvPr/>
        </p:nvSpPr>
        <p:spPr>
          <a:xfrm>
            <a:off x="9094089" y="2305812"/>
            <a:ext cx="1480565" cy="627888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F25917F-EEEB-4C99-E4C9-FDB422A52961}"/>
              </a:ext>
            </a:extLst>
          </p:cNvPr>
          <p:cNvSpPr/>
          <p:nvPr/>
        </p:nvSpPr>
        <p:spPr>
          <a:xfrm>
            <a:off x="2322280" y="5469216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C05714-A76D-DDFE-40C5-79D1C98FF980}"/>
              </a:ext>
            </a:extLst>
          </p:cNvPr>
          <p:cNvSpPr/>
          <p:nvPr/>
        </p:nvSpPr>
        <p:spPr>
          <a:xfrm>
            <a:off x="4142949" y="5462866"/>
            <a:ext cx="1480565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F0E648D-FDF3-D32A-A1FA-7734B3C87E80}"/>
              </a:ext>
            </a:extLst>
          </p:cNvPr>
          <p:cNvSpPr/>
          <p:nvPr/>
        </p:nvSpPr>
        <p:spPr>
          <a:xfrm>
            <a:off x="5963620" y="5462866"/>
            <a:ext cx="1480564" cy="627888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</a:t>
            </a:r>
          </a:p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On/Off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180468F-2D6E-65DD-FC72-7F6974CE6B4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552972" y="1866094"/>
            <a:ext cx="2249873" cy="760012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F896087-F524-6B18-E6BF-69F057E11099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>
            <a:off x="1552972" y="2619757"/>
            <a:ext cx="2249873" cy="6349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DAEA921-221E-7B61-7112-79BBD1A68466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 flipV="1">
            <a:off x="1552972" y="2626106"/>
            <a:ext cx="2249873" cy="747313"/>
          </a:xfrm>
          <a:prstGeom prst="bent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B360F6F-ACE8-1F98-4E65-F04A517A9CBA}"/>
              </a:ext>
            </a:extLst>
          </p:cNvPr>
          <p:cNvCxnSpPr>
            <a:cxnSpLocks/>
            <a:stCxn id="7" idx="3"/>
            <a:endCxn id="44" idx="1"/>
          </p:cNvCxnSpPr>
          <p:nvPr/>
        </p:nvCxnSpPr>
        <p:spPr>
          <a:xfrm flipV="1">
            <a:off x="5976318" y="2619756"/>
            <a:ext cx="3117771" cy="6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7A7DCF9D-0F20-5059-F6C5-FB9E7910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800" y="2330538"/>
            <a:ext cx="591136" cy="591136"/>
          </a:xfrm>
          <a:prstGeom prst="rect">
            <a:avLst/>
          </a:prstGeom>
        </p:spPr>
      </p:pic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BE6006D0-5FAB-E1A3-79A5-FCB39D500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3263"/>
              </p:ext>
            </p:extLst>
          </p:nvPr>
        </p:nvGraphicFramePr>
        <p:xfrm>
          <a:off x="8486013" y="3405212"/>
          <a:ext cx="185055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0557">
                  <a:extLst>
                    <a:ext uri="{9D8B030D-6E8A-4147-A177-3AD203B41FA5}">
                      <a16:colId xmlns:a16="http://schemas.microsoft.com/office/drawing/2014/main" val="1925900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Sensor</a:t>
                      </a:r>
                    </a:p>
                  </a:txBody>
                  <a:tcPr>
                    <a:solidFill>
                      <a:srgbClr val="D97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3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Microcontroller</a:t>
                      </a:r>
                    </a:p>
                  </a:txBody>
                  <a:tcPr>
                    <a:solidFill>
                      <a:srgbClr val="7E9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3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Buttons</a:t>
                      </a:r>
                    </a:p>
                  </a:txBody>
                  <a:tcPr>
                    <a:solidFill>
                      <a:srgbClr val="D68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Display</a:t>
                      </a:r>
                    </a:p>
                  </a:txBody>
                  <a:tcPr>
                    <a:solidFill>
                      <a:srgbClr val="EAA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6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Webpage</a:t>
                      </a:r>
                    </a:p>
                  </a:txBody>
                  <a:tcPr>
                    <a:solidFill>
                      <a:srgbClr val="822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45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Motor</a:t>
                      </a:r>
                    </a:p>
                  </a:txBody>
                  <a:tcPr>
                    <a:solidFill>
                      <a:srgbClr val="B08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9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Speaker</a:t>
                      </a:r>
                    </a:p>
                  </a:txBody>
                  <a:tcPr>
                    <a:solidFill>
                      <a:srgbClr val="96C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397464"/>
                  </a:ext>
                </a:extLst>
              </a:tr>
            </a:tbl>
          </a:graphicData>
        </a:graphic>
      </p:graphicFrame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0442CAB7-729D-4BA5-D152-81B028FF4C4C}"/>
              </a:ext>
            </a:extLst>
          </p:cNvPr>
          <p:cNvSpPr/>
          <p:nvPr/>
        </p:nvSpPr>
        <p:spPr>
          <a:xfrm>
            <a:off x="2322281" y="730461"/>
            <a:ext cx="1480564" cy="627888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1F1EA6F-64E2-2457-A9EA-AAF38DE799CB}"/>
              </a:ext>
            </a:extLst>
          </p:cNvPr>
          <p:cNvCxnSpPr>
            <a:cxnSpLocks/>
            <a:stCxn id="47" idx="0"/>
            <a:endCxn id="7" idx="2"/>
          </p:cNvCxnSpPr>
          <p:nvPr/>
        </p:nvCxnSpPr>
        <p:spPr>
          <a:xfrm rot="5400000" flipH="1" flipV="1">
            <a:off x="2711489" y="3291124"/>
            <a:ext cx="2529166" cy="18270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54A7396E-A62C-F0A9-0F88-DF16BABAD4BA}"/>
              </a:ext>
            </a:extLst>
          </p:cNvPr>
          <p:cNvCxnSpPr>
            <a:cxnSpLocks/>
            <a:stCxn id="49" idx="0"/>
            <a:endCxn id="7" idx="2"/>
          </p:cNvCxnSpPr>
          <p:nvPr/>
        </p:nvCxnSpPr>
        <p:spPr>
          <a:xfrm rot="16200000" flipV="1">
            <a:off x="4535334" y="3294298"/>
            <a:ext cx="2522816" cy="18143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0A62B9A-22D2-D4A6-B945-AF13479757EE}"/>
              </a:ext>
            </a:extLst>
          </p:cNvPr>
          <p:cNvSpPr txBox="1"/>
          <p:nvPr/>
        </p:nvSpPr>
        <p:spPr>
          <a:xfrm>
            <a:off x="8632274" y="45466"/>
            <a:ext cx="30506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 2  Design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B8F7E1-B46D-8C1E-4783-D8B46880F40A}"/>
              </a:ext>
            </a:extLst>
          </p:cNvPr>
          <p:cNvCxnSpPr>
            <a:cxnSpLocks/>
            <a:stCxn id="48" idx="0"/>
            <a:endCxn id="7" idx="2"/>
          </p:cNvCxnSpPr>
          <p:nvPr/>
        </p:nvCxnSpPr>
        <p:spPr>
          <a:xfrm flipV="1">
            <a:off x="4883232" y="2940050"/>
            <a:ext cx="6350" cy="2522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8477B98-38FB-085C-79E3-7BBE5A3E59DC}"/>
              </a:ext>
            </a:extLst>
          </p:cNvPr>
          <p:cNvCxnSpPr>
            <a:cxnSpLocks/>
            <a:stCxn id="7" idx="0"/>
            <a:endCxn id="153" idx="2"/>
          </p:cNvCxnSpPr>
          <p:nvPr/>
        </p:nvCxnSpPr>
        <p:spPr>
          <a:xfrm rot="16200000" flipV="1">
            <a:off x="3499167" y="921746"/>
            <a:ext cx="953813" cy="18270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448E193-8AB8-5462-4C24-452E7E330FAD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rot="5400000" flipH="1" flipV="1">
            <a:off x="5315240" y="923502"/>
            <a:ext cx="963002" cy="18143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5B0329-1781-A4EA-B80C-D20C70C20645}"/>
              </a:ext>
            </a:extLst>
          </p:cNvPr>
          <p:cNvSpPr/>
          <p:nvPr/>
        </p:nvSpPr>
        <p:spPr>
          <a:xfrm>
            <a:off x="4142949" y="722691"/>
            <a:ext cx="1480564" cy="627888"/>
          </a:xfrm>
          <a:prstGeom prst="roundRect">
            <a:avLst/>
          </a:prstGeom>
          <a:solidFill>
            <a:srgbClr val="96CF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56B617-8015-92A6-205E-BAC0B5213CD8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4883231" y="1350579"/>
            <a:ext cx="6351" cy="961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8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F13A-5FC1-A59A-6CE5-070A326F2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153F87-7FB4-405A-6C7F-E3405D3F5AD9}"/>
              </a:ext>
            </a:extLst>
          </p:cNvPr>
          <p:cNvSpPr/>
          <p:nvPr/>
        </p:nvSpPr>
        <p:spPr>
          <a:xfrm>
            <a:off x="9435456" y="2347960"/>
            <a:ext cx="1220343" cy="385152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B257D7-05C7-61C5-E250-74308D452DEE}"/>
              </a:ext>
            </a:extLst>
          </p:cNvPr>
          <p:cNvSpPr/>
          <p:nvPr/>
        </p:nvSpPr>
        <p:spPr>
          <a:xfrm>
            <a:off x="9435455" y="1277559"/>
            <a:ext cx="122034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 Oxygen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338D5B-D141-4A6E-B7DF-9A34CC1FDF3D}"/>
              </a:ext>
            </a:extLst>
          </p:cNvPr>
          <p:cNvSpPr/>
          <p:nvPr/>
        </p:nvSpPr>
        <p:spPr>
          <a:xfrm>
            <a:off x="7013656" y="2888785"/>
            <a:ext cx="1764792" cy="385152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Raspberry Pi Pico 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47C12B-E8DE-C39B-5679-F05F94B4B863}"/>
              </a:ext>
            </a:extLst>
          </p:cNvPr>
          <p:cNvSpPr/>
          <p:nvPr/>
        </p:nvSpPr>
        <p:spPr>
          <a:xfrm>
            <a:off x="5141504" y="1277559"/>
            <a:ext cx="121399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A78F55-70C1-5D83-388D-76EE5ADD212A}"/>
              </a:ext>
            </a:extLst>
          </p:cNvPr>
          <p:cNvSpPr/>
          <p:nvPr/>
        </p:nvSpPr>
        <p:spPr>
          <a:xfrm>
            <a:off x="6573249" y="1277558"/>
            <a:ext cx="1220343" cy="393446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76644E8-C1F3-C024-67C3-3EF15924A259}"/>
              </a:ext>
            </a:extLst>
          </p:cNvPr>
          <p:cNvSpPr/>
          <p:nvPr/>
        </p:nvSpPr>
        <p:spPr>
          <a:xfrm>
            <a:off x="7285880" y="4055347"/>
            <a:ext cx="1220343" cy="385152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F9B533-E493-7D06-2D91-0E6DCC3E6EC4}"/>
              </a:ext>
            </a:extLst>
          </p:cNvPr>
          <p:cNvSpPr/>
          <p:nvPr/>
        </p:nvSpPr>
        <p:spPr>
          <a:xfrm>
            <a:off x="5147084" y="2885317"/>
            <a:ext cx="1220343" cy="396951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C81DCC6-A95A-18D8-3D1D-3D0F9CCEA695}"/>
              </a:ext>
            </a:extLst>
          </p:cNvPr>
          <p:cNvSpPr/>
          <p:nvPr/>
        </p:nvSpPr>
        <p:spPr>
          <a:xfrm>
            <a:off x="5136305" y="3355978"/>
            <a:ext cx="1220343" cy="396951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2E3843A-CD7D-96A9-4D5B-02B31F95F97E}"/>
              </a:ext>
            </a:extLst>
          </p:cNvPr>
          <p:cNvSpPr/>
          <p:nvPr/>
        </p:nvSpPr>
        <p:spPr>
          <a:xfrm>
            <a:off x="5135154" y="2348176"/>
            <a:ext cx="1220343" cy="385152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On/Off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1F3C824-E693-8604-1A8F-8F940A4610FD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>
            <a:off x="7896052" y="3273937"/>
            <a:ext cx="0" cy="7814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18DC57D9-D13F-085E-2D69-0E4F571A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53" b="6775"/>
          <a:stretch>
            <a:fillRect/>
          </a:stretch>
        </p:blipFill>
        <p:spPr>
          <a:xfrm>
            <a:off x="7635288" y="3417683"/>
            <a:ext cx="522793" cy="442139"/>
          </a:xfrm>
          <a:prstGeom prst="rect">
            <a:avLst/>
          </a:prstGeom>
        </p:spPr>
      </p:pic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5750E746-8016-1708-E2F5-6A19D15AD67C}"/>
              </a:ext>
            </a:extLst>
          </p:cNvPr>
          <p:cNvSpPr/>
          <p:nvPr/>
        </p:nvSpPr>
        <p:spPr>
          <a:xfrm>
            <a:off x="9435455" y="3355978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BAE4E22-3982-B889-2EB5-97EDB7E491FB}"/>
              </a:ext>
            </a:extLst>
          </p:cNvPr>
          <p:cNvCxnSpPr>
            <a:cxnSpLocks/>
            <a:stCxn id="48" idx="3"/>
            <a:endCxn id="7" idx="1"/>
          </p:cNvCxnSpPr>
          <p:nvPr/>
        </p:nvCxnSpPr>
        <p:spPr>
          <a:xfrm flipV="1">
            <a:off x="6356648" y="3081361"/>
            <a:ext cx="657008" cy="4730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CEC053-D663-9B11-8F12-4C1FE9B49A86}"/>
              </a:ext>
            </a:extLst>
          </p:cNvPr>
          <p:cNvSpPr txBox="1"/>
          <p:nvPr/>
        </p:nvSpPr>
        <p:spPr>
          <a:xfrm>
            <a:off x="1161275" y="2647065"/>
            <a:ext cx="30506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Newest Design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24938C-E1E0-C5F1-CA10-700EB036A5E6}"/>
              </a:ext>
            </a:extLst>
          </p:cNvPr>
          <p:cNvSpPr/>
          <p:nvPr/>
        </p:nvSpPr>
        <p:spPr>
          <a:xfrm>
            <a:off x="9432651" y="2894155"/>
            <a:ext cx="1212369" cy="378802"/>
          </a:xfrm>
          <a:prstGeom prst="roundRect">
            <a:avLst/>
          </a:prstGeom>
          <a:solidFill>
            <a:srgbClr val="96CF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7663AE-DC6E-D771-D089-AE0947B731F6}"/>
              </a:ext>
            </a:extLst>
          </p:cNvPr>
          <p:cNvSpPr/>
          <p:nvPr/>
        </p:nvSpPr>
        <p:spPr>
          <a:xfrm>
            <a:off x="8011345" y="1278539"/>
            <a:ext cx="121399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C5151A-467B-164E-5D2B-BAD520F69FE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8778448" y="3081361"/>
            <a:ext cx="654203" cy="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CBD6C3-864E-CF49-AF45-B7AEE68AEB9D}"/>
              </a:ext>
            </a:extLst>
          </p:cNvPr>
          <p:cNvCxnSpPr>
            <a:cxnSpLocks/>
            <a:stCxn id="47" idx="3"/>
            <a:endCxn id="7" idx="1"/>
          </p:cNvCxnSpPr>
          <p:nvPr/>
        </p:nvCxnSpPr>
        <p:spPr>
          <a:xfrm flipV="1">
            <a:off x="6367427" y="3081361"/>
            <a:ext cx="646229" cy="2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0F747CF-67EF-98C6-FE8D-761012E57A45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8778448" y="2540536"/>
            <a:ext cx="657008" cy="540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3A6C163-0F0A-05E7-4680-7323CBD83A2D}"/>
              </a:ext>
            </a:extLst>
          </p:cNvPr>
          <p:cNvCxnSpPr>
            <a:cxnSpLocks/>
            <a:stCxn id="7" idx="3"/>
            <a:endCxn id="153" idx="1"/>
          </p:cNvCxnSpPr>
          <p:nvPr/>
        </p:nvCxnSpPr>
        <p:spPr>
          <a:xfrm>
            <a:off x="8778448" y="3081361"/>
            <a:ext cx="657007" cy="4730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3FF9D83-801A-68AE-22F5-DC930D433DF2}"/>
              </a:ext>
            </a:extLst>
          </p:cNvPr>
          <p:cNvCxnSpPr>
            <a:cxnSpLocks/>
            <a:stCxn id="49" idx="3"/>
            <a:endCxn id="7" idx="1"/>
          </p:cNvCxnSpPr>
          <p:nvPr/>
        </p:nvCxnSpPr>
        <p:spPr>
          <a:xfrm>
            <a:off x="6355497" y="2540752"/>
            <a:ext cx="658159" cy="5406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02926DE-B0C6-2F82-04CD-170C65C83048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rot="16200000" flipH="1">
            <a:off x="6209239" y="1201972"/>
            <a:ext cx="1226074" cy="2147551"/>
          </a:xfrm>
          <a:prstGeom prst="bentConnector3">
            <a:avLst>
              <a:gd name="adj1" fmla="val 305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BD33C2E-34FE-FCD8-EEDA-4EB371ED324B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16200000" flipH="1">
            <a:off x="6930846" y="1923578"/>
            <a:ext cx="1217781" cy="712631"/>
          </a:xfrm>
          <a:prstGeom prst="bentConnector3">
            <a:avLst>
              <a:gd name="adj1" fmla="val 3005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9FEBFD9-B11A-B358-C9ED-6088395F57B2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rot="5400000">
            <a:off x="7644650" y="1915093"/>
            <a:ext cx="1225094" cy="722290"/>
          </a:xfrm>
          <a:prstGeom prst="bentConnector3">
            <a:avLst>
              <a:gd name="adj1" fmla="val 305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8750ADD-472D-E4A8-340F-F548A2EBB47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8357803" y="1200961"/>
            <a:ext cx="1226074" cy="2149575"/>
          </a:xfrm>
          <a:prstGeom prst="bentConnector3">
            <a:avLst>
              <a:gd name="adj1" fmla="val 305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121959-4FAE-2E37-B6CF-83E0860FD39A}"/>
              </a:ext>
            </a:extLst>
          </p:cNvPr>
          <p:cNvSpPr/>
          <p:nvPr/>
        </p:nvSpPr>
        <p:spPr>
          <a:xfrm>
            <a:off x="7292230" y="4831549"/>
            <a:ext cx="1213993" cy="396076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Pico 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011637-565D-4951-C7DE-4CDBBDB13CBC}"/>
              </a:ext>
            </a:extLst>
          </p:cNvPr>
          <p:cNvSpPr/>
          <p:nvPr/>
        </p:nvSpPr>
        <p:spPr>
          <a:xfrm>
            <a:off x="9444411" y="4843290"/>
            <a:ext cx="1220343" cy="387186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27AC10-0C27-425B-F6BC-055EFD24BDE3}"/>
              </a:ext>
            </a:extLst>
          </p:cNvPr>
          <p:cNvSpPr/>
          <p:nvPr/>
        </p:nvSpPr>
        <p:spPr>
          <a:xfrm>
            <a:off x="5156040" y="5341245"/>
            <a:ext cx="1220343" cy="396951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ON/OFF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2F7EA0-3339-0086-D3A9-DD36DFA2A5BB}"/>
              </a:ext>
            </a:extLst>
          </p:cNvPr>
          <p:cNvSpPr/>
          <p:nvPr/>
        </p:nvSpPr>
        <p:spPr>
          <a:xfrm>
            <a:off x="7300225" y="5844081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56928E-B8DF-3039-DAC7-AE18516A718E}"/>
              </a:ext>
            </a:extLst>
          </p:cNvPr>
          <p:cNvSpPr/>
          <p:nvPr/>
        </p:nvSpPr>
        <p:spPr>
          <a:xfrm>
            <a:off x="5156040" y="5849982"/>
            <a:ext cx="1220343" cy="385152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 Panel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DA2FFE-E6B9-9DDB-AC33-AA040D9C5A0C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8506223" y="5029587"/>
            <a:ext cx="938188" cy="7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3A206A-1E85-0BE7-2C34-0C7B6F36AE4E}"/>
              </a:ext>
            </a:extLst>
          </p:cNvPr>
          <p:cNvSpPr/>
          <p:nvPr/>
        </p:nvSpPr>
        <p:spPr>
          <a:xfrm>
            <a:off x="5149547" y="4844307"/>
            <a:ext cx="1213993" cy="385152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LDR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DD2859-0B90-797D-AD36-552A5514AAF0}"/>
              </a:ext>
            </a:extLst>
          </p:cNvPr>
          <p:cNvSpPr/>
          <p:nvPr/>
        </p:nvSpPr>
        <p:spPr>
          <a:xfrm>
            <a:off x="9444411" y="5844081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FF8599-7741-E49D-6868-C8987FBDA810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8520568" y="6042557"/>
            <a:ext cx="923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08209D-1426-8011-31C6-EC4D92192FD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376383" y="5229458"/>
            <a:ext cx="1183028" cy="310263"/>
          </a:xfrm>
          <a:prstGeom prst="bentConnector3">
            <a:avLst>
              <a:gd name="adj1" fmla="val 10024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9EF20B3-C462-5124-DC4B-84AB1F4B2BCA}"/>
              </a:ext>
            </a:extLst>
          </p:cNvPr>
          <p:cNvCxnSpPr>
            <a:cxnSpLocks/>
            <a:stCxn id="14" idx="3"/>
            <a:endCxn id="2" idx="1"/>
          </p:cNvCxnSpPr>
          <p:nvPr/>
        </p:nvCxnSpPr>
        <p:spPr>
          <a:xfrm flipV="1">
            <a:off x="6363540" y="5029587"/>
            <a:ext cx="928690" cy="7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C31A21-3CF7-122B-C150-25F8E0F8BF1A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6376383" y="6042557"/>
            <a:ext cx="92384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9CC304-F1D0-B33A-D2D8-EDE3903D8BCA}"/>
              </a:ext>
            </a:extLst>
          </p:cNvPr>
          <p:cNvSpPr/>
          <p:nvPr/>
        </p:nvSpPr>
        <p:spPr>
          <a:xfrm>
            <a:off x="9444412" y="5341245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A7413C3-8A67-1D74-AEC0-D8577C0AE8C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8153008" y="5539721"/>
            <a:ext cx="1291404" cy="310261"/>
          </a:xfrm>
          <a:prstGeom prst="bentConnector3">
            <a:avLst>
              <a:gd name="adj1" fmla="val -273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53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37F-DEFA-08DD-8669-5C4AE762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0BFC34-569B-2479-A6C5-98D05D855F8A}"/>
              </a:ext>
            </a:extLst>
          </p:cNvPr>
          <p:cNvSpPr/>
          <p:nvPr/>
        </p:nvSpPr>
        <p:spPr>
          <a:xfrm>
            <a:off x="5312419" y="1025234"/>
            <a:ext cx="1213993" cy="396076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Pico H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1BD5C30-F117-633A-AE06-5AA8C6C84921}"/>
              </a:ext>
            </a:extLst>
          </p:cNvPr>
          <p:cNvSpPr/>
          <p:nvPr/>
        </p:nvSpPr>
        <p:spPr>
          <a:xfrm>
            <a:off x="6863379" y="1034124"/>
            <a:ext cx="1220343" cy="387186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64D3387-350F-9BD6-7ED0-0FBA643C6E90}"/>
              </a:ext>
            </a:extLst>
          </p:cNvPr>
          <p:cNvSpPr/>
          <p:nvPr/>
        </p:nvSpPr>
        <p:spPr>
          <a:xfrm>
            <a:off x="3774376" y="1818679"/>
            <a:ext cx="1220343" cy="396951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ON/OFF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28AB773-FDB8-C9F0-2CAC-A41E78904D92}"/>
              </a:ext>
            </a:extLst>
          </p:cNvPr>
          <p:cNvSpPr/>
          <p:nvPr/>
        </p:nvSpPr>
        <p:spPr>
          <a:xfrm>
            <a:off x="5312419" y="2606679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A899082-08F1-D98D-1453-71C74DEF9F32}"/>
              </a:ext>
            </a:extLst>
          </p:cNvPr>
          <p:cNvSpPr/>
          <p:nvPr/>
        </p:nvSpPr>
        <p:spPr>
          <a:xfrm>
            <a:off x="3768026" y="2623923"/>
            <a:ext cx="1220343" cy="385152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 Panel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1CE2ACF-1A2B-375E-BDFE-34D4DC388474}"/>
              </a:ext>
            </a:extLst>
          </p:cNvPr>
          <p:cNvCxnSpPr>
            <a:cxnSpLocks/>
            <a:stCxn id="7" idx="3"/>
            <a:endCxn id="44" idx="1"/>
          </p:cNvCxnSpPr>
          <p:nvPr/>
        </p:nvCxnSpPr>
        <p:spPr>
          <a:xfrm>
            <a:off x="6526412" y="1223272"/>
            <a:ext cx="336967" cy="4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B11D4E9-4927-848C-CD79-FC1A5AB4295D}"/>
              </a:ext>
            </a:extLst>
          </p:cNvPr>
          <p:cNvSpPr txBox="1"/>
          <p:nvPr/>
        </p:nvSpPr>
        <p:spPr>
          <a:xfrm>
            <a:off x="1161275" y="2647065"/>
            <a:ext cx="30506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CB698-AEDC-E830-34B5-F2960320820F}"/>
              </a:ext>
            </a:extLst>
          </p:cNvPr>
          <p:cNvSpPr/>
          <p:nvPr/>
        </p:nvSpPr>
        <p:spPr>
          <a:xfrm>
            <a:off x="3774376" y="1025234"/>
            <a:ext cx="1213993" cy="385152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LDR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26E093-7E44-5E9C-4CEC-1C44D03FB92D}"/>
              </a:ext>
            </a:extLst>
          </p:cNvPr>
          <p:cNvSpPr/>
          <p:nvPr/>
        </p:nvSpPr>
        <p:spPr>
          <a:xfrm>
            <a:off x="6837762" y="2606680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FF6E5B-9648-9235-7E99-F5FB1619385E}"/>
              </a:ext>
            </a:extLst>
          </p:cNvPr>
          <p:cNvCxnSpPr>
            <a:cxnSpLocks/>
            <a:stCxn id="48" idx="3"/>
            <a:endCxn id="8" idx="1"/>
          </p:cNvCxnSpPr>
          <p:nvPr/>
        </p:nvCxnSpPr>
        <p:spPr>
          <a:xfrm>
            <a:off x="6532762" y="2805155"/>
            <a:ext cx="3050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850BC4D-00C0-2D23-AAF4-C1D12B3DE687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994719" y="1421310"/>
            <a:ext cx="731961" cy="595845"/>
          </a:xfrm>
          <a:prstGeom prst="bentConnector3">
            <a:avLst>
              <a:gd name="adj1" fmla="val 1001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059B45-E1F6-EE21-B05C-A712CD0CDC37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>
            <a:off x="4988369" y="1217810"/>
            <a:ext cx="324050" cy="54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959C75-190C-C1A3-0BEC-B657E2598B50}"/>
              </a:ext>
            </a:extLst>
          </p:cNvPr>
          <p:cNvCxnSpPr>
            <a:cxnSpLocks/>
            <a:stCxn id="49" idx="3"/>
            <a:endCxn id="48" idx="1"/>
          </p:cNvCxnSpPr>
          <p:nvPr/>
        </p:nvCxnSpPr>
        <p:spPr>
          <a:xfrm flipV="1">
            <a:off x="4988369" y="2805155"/>
            <a:ext cx="324050" cy="11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363544-979E-BC5D-97DB-45CAA6996552}"/>
              </a:ext>
            </a:extLst>
          </p:cNvPr>
          <p:cNvSpPr/>
          <p:nvPr/>
        </p:nvSpPr>
        <p:spPr>
          <a:xfrm>
            <a:off x="6844112" y="1818678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27F783F-93E5-D6CF-29B0-6EC4B90BE445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6215062" y="2017154"/>
            <a:ext cx="629050" cy="589525"/>
          </a:xfrm>
          <a:prstGeom prst="bentConnector3">
            <a:avLst>
              <a:gd name="adj1" fmla="val -93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98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BAA0-1F28-8A97-FC4D-1982D783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13913C-1057-A709-01AE-1C74E60D1F82}"/>
              </a:ext>
            </a:extLst>
          </p:cNvPr>
          <p:cNvSpPr/>
          <p:nvPr/>
        </p:nvSpPr>
        <p:spPr>
          <a:xfrm>
            <a:off x="4651794" y="1886571"/>
            <a:ext cx="1220343" cy="385152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- LCD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21EBC2-4EDA-2020-E6CE-3AD8C29BB2FC}"/>
              </a:ext>
            </a:extLst>
          </p:cNvPr>
          <p:cNvSpPr/>
          <p:nvPr/>
        </p:nvSpPr>
        <p:spPr>
          <a:xfrm>
            <a:off x="4651795" y="1218774"/>
            <a:ext cx="122034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 Oxygen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8D2732-0CD3-8D01-D339-1C7B9C106EEE}"/>
              </a:ext>
            </a:extLst>
          </p:cNvPr>
          <p:cNvSpPr/>
          <p:nvPr/>
        </p:nvSpPr>
        <p:spPr>
          <a:xfrm>
            <a:off x="815577" y="1203768"/>
            <a:ext cx="121399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FE5676-8AB7-DA9C-59CB-0C60053638FB}"/>
              </a:ext>
            </a:extLst>
          </p:cNvPr>
          <p:cNvSpPr/>
          <p:nvPr/>
        </p:nvSpPr>
        <p:spPr>
          <a:xfrm>
            <a:off x="2087503" y="1207304"/>
            <a:ext cx="1220343" cy="393446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86DA15F-B024-71ED-663D-989F0F5B4D6A}"/>
              </a:ext>
            </a:extLst>
          </p:cNvPr>
          <p:cNvSpPr/>
          <p:nvPr/>
        </p:nvSpPr>
        <p:spPr>
          <a:xfrm>
            <a:off x="2738164" y="3316785"/>
            <a:ext cx="1220343" cy="385152"/>
          </a:xfrm>
          <a:prstGeom prst="roundRect">
            <a:avLst/>
          </a:prstGeom>
          <a:solidFill>
            <a:srgbClr val="822F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360ED02-41D9-DE2D-0C9A-C951A0F14B02}"/>
              </a:ext>
            </a:extLst>
          </p:cNvPr>
          <p:cNvSpPr/>
          <p:nvPr/>
        </p:nvSpPr>
        <p:spPr>
          <a:xfrm>
            <a:off x="820377" y="2376982"/>
            <a:ext cx="1220343" cy="396951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B2 – Volume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1AF87B6-CFD2-9BE6-6956-9EE3F6E9AB67}"/>
              </a:ext>
            </a:extLst>
          </p:cNvPr>
          <p:cNvSpPr/>
          <p:nvPr/>
        </p:nvSpPr>
        <p:spPr>
          <a:xfrm>
            <a:off x="815577" y="2849798"/>
            <a:ext cx="1220343" cy="396951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B3 – Speed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280935-5AF0-2C00-A516-D56A929AC592}"/>
              </a:ext>
            </a:extLst>
          </p:cNvPr>
          <p:cNvSpPr/>
          <p:nvPr/>
        </p:nvSpPr>
        <p:spPr>
          <a:xfrm>
            <a:off x="823363" y="1881004"/>
            <a:ext cx="1220343" cy="385152"/>
          </a:xfrm>
          <a:prstGeom prst="roundRect">
            <a:avLst/>
          </a:prstGeom>
          <a:solidFill>
            <a:srgbClr val="D685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B1 – On/Off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4A5CEF7-1254-E3F9-46D3-9CAA60A49E84}"/>
              </a:ext>
            </a:extLst>
          </p:cNvPr>
          <p:cNvCxnSpPr>
            <a:cxnSpLocks/>
            <a:stCxn id="61" idx="2"/>
            <a:endCxn id="44" idx="0"/>
          </p:cNvCxnSpPr>
          <p:nvPr/>
        </p:nvCxnSpPr>
        <p:spPr>
          <a:xfrm flipH="1">
            <a:off x="3348336" y="2762134"/>
            <a:ext cx="1" cy="554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17CEB20D-6C2B-2E2D-5296-8ED7FD701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53" b="6775"/>
          <a:stretch>
            <a:fillRect/>
          </a:stretch>
        </p:blipFill>
        <p:spPr>
          <a:xfrm>
            <a:off x="3180696" y="2849798"/>
            <a:ext cx="335278" cy="283553"/>
          </a:xfrm>
          <a:prstGeom prst="rect">
            <a:avLst/>
          </a:prstGeom>
        </p:spPr>
      </p:pic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35E428F6-534C-69BC-E4E7-9CE7BBD59549}"/>
              </a:ext>
            </a:extLst>
          </p:cNvPr>
          <p:cNvSpPr/>
          <p:nvPr/>
        </p:nvSpPr>
        <p:spPr>
          <a:xfrm>
            <a:off x="4651794" y="2871699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DB667FC-4F57-5B45-6301-BB4A81DC2DBB}"/>
              </a:ext>
            </a:extLst>
          </p:cNvPr>
          <p:cNvCxnSpPr>
            <a:cxnSpLocks/>
            <a:stCxn id="48" idx="3"/>
            <a:endCxn id="61" idx="1"/>
          </p:cNvCxnSpPr>
          <p:nvPr/>
        </p:nvCxnSpPr>
        <p:spPr>
          <a:xfrm flipV="1">
            <a:off x="2035920" y="2569558"/>
            <a:ext cx="702245" cy="4787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DF91CFB-FDE6-CA22-A2DE-6DA195E391EE}"/>
              </a:ext>
            </a:extLst>
          </p:cNvPr>
          <p:cNvSpPr txBox="1"/>
          <p:nvPr/>
        </p:nvSpPr>
        <p:spPr>
          <a:xfrm>
            <a:off x="154912" y="4905802"/>
            <a:ext cx="47759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NEWEST Design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626832-8C95-AA7B-15AA-2E4516B748E3}"/>
              </a:ext>
            </a:extLst>
          </p:cNvPr>
          <p:cNvSpPr/>
          <p:nvPr/>
        </p:nvSpPr>
        <p:spPr>
          <a:xfrm>
            <a:off x="4651794" y="2380157"/>
            <a:ext cx="1212369" cy="378802"/>
          </a:xfrm>
          <a:prstGeom prst="roundRect">
            <a:avLst/>
          </a:prstGeom>
          <a:solidFill>
            <a:srgbClr val="96CF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981EAD-6795-1799-FA10-032A0842A10E}"/>
              </a:ext>
            </a:extLst>
          </p:cNvPr>
          <p:cNvSpPr/>
          <p:nvPr/>
        </p:nvSpPr>
        <p:spPr>
          <a:xfrm>
            <a:off x="3369662" y="1218774"/>
            <a:ext cx="1213993" cy="385152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208602-E017-7F8B-3E33-899E5C640EF7}"/>
              </a:ext>
            </a:extLst>
          </p:cNvPr>
          <p:cNvCxnSpPr>
            <a:cxnSpLocks/>
            <a:stCxn id="61" idx="3"/>
            <a:endCxn id="5" idx="1"/>
          </p:cNvCxnSpPr>
          <p:nvPr/>
        </p:nvCxnSpPr>
        <p:spPr>
          <a:xfrm>
            <a:off x="3958508" y="2569558"/>
            <a:ext cx="693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45E59C-DCA0-2FFF-D1CB-C4D339DABA70}"/>
              </a:ext>
            </a:extLst>
          </p:cNvPr>
          <p:cNvCxnSpPr>
            <a:cxnSpLocks/>
            <a:stCxn id="47" idx="3"/>
            <a:endCxn id="61" idx="1"/>
          </p:cNvCxnSpPr>
          <p:nvPr/>
        </p:nvCxnSpPr>
        <p:spPr>
          <a:xfrm flipV="1">
            <a:off x="2040720" y="2569558"/>
            <a:ext cx="697445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57B4A9C-8507-7D44-787B-059F94107A4B}"/>
              </a:ext>
            </a:extLst>
          </p:cNvPr>
          <p:cNvCxnSpPr>
            <a:cxnSpLocks/>
            <a:stCxn id="61" idx="3"/>
            <a:endCxn id="4" idx="1"/>
          </p:cNvCxnSpPr>
          <p:nvPr/>
        </p:nvCxnSpPr>
        <p:spPr>
          <a:xfrm flipV="1">
            <a:off x="3958508" y="2079147"/>
            <a:ext cx="693286" cy="4904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B469C0F-0E9E-DE1C-5DEA-AB20B942964F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>
            <a:off x="3958508" y="2569558"/>
            <a:ext cx="693286" cy="5006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B1433F6-F9A2-F05D-D5E1-1073D8B3548C}"/>
              </a:ext>
            </a:extLst>
          </p:cNvPr>
          <p:cNvCxnSpPr>
            <a:cxnSpLocks/>
            <a:stCxn id="49" idx="3"/>
            <a:endCxn id="61" idx="1"/>
          </p:cNvCxnSpPr>
          <p:nvPr/>
        </p:nvCxnSpPr>
        <p:spPr>
          <a:xfrm>
            <a:off x="2043706" y="2073580"/>
            <a:ext cx="694459" cy="4959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902EACD-B63D-FCF5-67AF-D8EAF99F0339}"/>
              </a:ext>
            </a:extLst>
          </p:cNvPr>
          <p:cNvCxnSpPr>
            <a:cxnSpLocks/>
            <a:stCxn id="13" idx="2"/>
            <a:endCxn id="61" idx="0"/>
          </p:cNvCxnSpPr>
          <p:nvPr/>
        </p:nvCxnSpPr>
        <p:spPr>
          <a:xfrm rot="16200000" flipH="1">
            <a:off x="1991424" y="1020069"/>
            <a:ext cx="788062" cy="1925763"/>
          </a:xfrm>
          <a:prstGeom prst="bentConnector3">
            <a:avLst>
              <a:gd name="adj1" fmla="val 2723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2B01554-0227-440B-5459-A9C7B2B7AF9E}"/>
              </a:ext>
            </a:extLst>
          </p:cNvPr>
          <p:cNvCxnSpPr>
            <a:cxnSpLocks/>
            <a:stCxn id="15" idx="2"/>
            <a:endCxn id="61" idx="0"/>
          </p:cNvCxnSpPr>
          <p:nvPr/>
        </p:nvCxnSpPr>
        <p:spPr>
          <a:xfrm rot="16200000" flipH="1">
            <a:off x="2634890" y="1663535"/>
            <a:ext cx="776232" cy="650662"/>
          </a:xfrm>
          <a:prstGeom prst="bentConnector3">
            <a:avLst>
              <a:gd name="adj1" fmla="val 253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A632558C-A83A-262E-51F9-238BD195E474}"/>
              </a:ext>
            </a:extLst>
          </p:cNvPr>
          <p:cNvCxnSpPr>
            <a:cxnSpLocks/>
            <a:stCxn id="12" idx="2"/>
            <a:endCxn id="61" idx="0"/>
          </p:cNvCxnSpPr>
          <p:nvPr/>
        </p:nvCxnSpPr>
        <p:spPr>
          <a:xfrm rot="5400000">
            <a:off x="3275970" y="1676293"/>
            <a:ext cx="773056" cy="628322"/>
          </a:xfrm>
          <a:prstGeom prst="bentConnector3">
            <a:avLst>
              <a:gd name="adj1" fmla="val 267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489F4C5-CEDB-6B46-43A7-5C579153837D}"/>
              </a:ext>
            </a:extLst>
          </p:cNvPr>
          <p:cNvCxnSpPr>
            <a:cxnSpLocks/>
            <a:stCxn id="6" idx="2"/>
            <a:endCxn id="61" idx="0"/>
          </p:cNvCxnSpPr>
          <p:nvPr/>
        </p:nvCxnSpPr>
        <p:spPr>
          <a:xfrm rot="5400000">
            <a:off x="3918624" y="1033639"/>
            <a:ext cx="773056" cy="1913630"/>
          </a:xfrm>
          <a:prstGeom prst="bentConnector3">
            <a:avLst>
              <a:gd name="adj1" fmla="val 260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5A0C81-9E52-BB9D-4729-3B8C5F04FC1E}"/>
              </a:ext>
            </a:extLst>
          </p:cNvPr>
          <p:cNvSpPr/>
          <p:nvPr/>
        </p:nvSpPr>
        <p:spPr>
          <a:xfrm>
            <a:off x="8818656" y="2018311"/>
            <a:ext cx="1213993" cy="396076"/>
          </a:xfrm>
          <a:prstGeom prst="roundRect">
            <a:avLst/>
          </a:prstGeom>
          <a:solidFill>
            <a:srgbClr val="D976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Pico 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0DEA76-8CD5-34EB-703B-8B1DE94EA3EE}"/>
              </a:ext>
            </a:extLst>
          </p:cNvPr>
          <p:cNvSpPr/>
          <p:nvPr/>
        </p:nvSpPr>
        <p:spPr>
          <a:xfrm>
            <a:off x="8818656" y="2881464"/>
            <a:ext cx="1220343" cy="387186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174017-D8DB-FADB-9891-F1D730863910}"/>
              </a:ext>
            </a:extLst>
          </p:cNvPr>
          <p:cNvSpPr/>
          <p:nvPr/>
        </p:nvSpPr>
        <p:spPr>
          <a:xfrm>
            <a:off x="7496169" y="1218774"/>
            <a:ext cx="1220343" cy="396951"/>
          </a:xfrm>
          <a:prstGeom prst="roundRect">
            <a:avLst/>
          </a:prstGeom>
          <a:solidFill>
            <a:srgbClr val="EAAA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ON/OFF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1DD7D9-5C44-A473-9F06-6FD9FA2ABEC3}"/>
              </a:ext>
            </a:extLst>
          </p:cNvPr>
          <p:cNvSpPr/>
          <p:nvPr/>
        </p:nvSpPr>
        <p:spPr>
          <a:xfrm>
            <a:off x="6167729" y="2017436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A4700B-15B2-596D-47F5-11B57E280AB3}"/>
              </a:ext>
            </a:extLst>
          </p:cNvPr>
          <p:cNvSpPr/>
          <p:nvPr/>
        </p:nvSpPr>
        <p:spPr>
          <a:xfrm>
            <a:off x="6173680" y="1218774"/>
            <a:ext cx="1220343" cy="385152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 Panel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B65BF9-4F25-E2CE-0476-B601726284BD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9425653" y="2414387"/>
            <a:ext cx="3175" cy="467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079359-9C83-6298-F4A2-80A74BFAA544}"/>
              </a:ext>
            </a:extLst>
          </p:cNvPr>
          <p:cNvSpPr/>
          <p:nvPr/>
        </p:nvSpPr>
        <p:spPr>
          <a:xfrm>
            <a:off x="8821832" y="1239896"/>
            <a:ext cx="1213993" cy="385152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LDR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EA70C5-5971-3242-24CE-E383D93C3B0A}"/>
              </a:ext>
            </a:extLst>
          </p:cNvPr>
          <p:cNvSpPr/>
          <p:nvPr/>
        </p:nvSpPr>
        <p:spPr>
          <a:xfrm>
            <a:off x="6167729" y="2881464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26CFD-20CA-F8A4-DE2D-858C2963223A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6777901" y="2414387"/>
            <a:ext cx="0" cy="467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1CF3C86-2D1C-FD4B-6C5B-BBE06BFDE35F}"/>
              </a:ext>
            </a:extLst>
          </p:cNvPr>
          <p:cNvCxnSpPr>
            <a:cxnSpLocks/>
            <a:endCxn id="2" idx="1"/>
          </p:cNvCxnSpPr>
          <p:nvPr/>
        </p:nvCxnSpPr>
        <p:spPr>
          <a:xfrm rot="16200000" flipH="1">
            <a:off x="8255933" y="1653626"/>
            <a:ext cx="600624" cy="5248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2ABC92-E5DC-929B-B9DA-CDA5FD46E5C8}"/>
              </a:ext>
            </a:extLst>
          </p:cNvPr>
          <p:cNvCxnSpPr>
            <a:cxnSpLocks/>
            <a:stCxn id="14" idx="2"/>
            <a:endCxn id="2" idx="0"/>
          </p:cNvCxnSpPr>
          <p:nvPr/>
        </p:nvCxnSpPr>
        <p:spPr>
          <a:xfrm flipH="1">
            <a:off x="9425653" y="1625048"/>
            <a:ext cx="3176" cy="393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AFC265-88B0-AC0B-A3E3-526C81F74C1C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6777901" y="1603926"/>
            <a:ext cx="5951" cy="4135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027894-AC16-9C2A-DF57-E5101D5C1FBE}"/>
              </a:ext>
            </a:extLst>
          </p:cNvPr>
          <p:cNvSpPr/>
          <p:nvPr/>
        </p:nvSpPr>
        <p:spPr>
          <a:xfrm>
            <a:off x="7496170" y="2881464"/>
            <a:ext cx="1220343" cy="396951"/>
          </a:xfrm>
          <a:prstGeom prst="roundRect">
            <a:avLst/>
          </a:prstGeom>
          <a:solidFill>
            <a:srgbClr val="B08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FE7FF43-9A93-CB9D-218E-5B524D7B592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388072" y="2215912"/>
            <a:ext cx="513672" cy="653753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0517820-9C90-6B64-E2C7-F2E99ACCC2FE}"/>
              </a:ext>
            </a:extLst>
          </p:cNvPr>
          <p:cNvSpPr/>
          <p:nvPr/>
        </p:nvSpPr>
        <p:spPr>
          <a:xfrm>
            <a:off x="2738165" y="2376982"/>
            <a:ext cx="1220343" cy="385152"/>
          </a:xfrm>
          <a:prstGeom prst="roundRect">
            <a:avLst/>
          </a:prstGeom>
          <a:solidFill>
            <a:srgbClr val="7E9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Pico W</a:t>
            </a:r>
          </a:p>
        </p:txBody>
      </p:sp>
    </p:spTree>
    <p:extLst>
      <p:ext uri="{BB962C8B-B14F-4D97-AF65-F5344CB8AC3E}">
        <p14:creationId xmlns:p14="http://schemas.microsoft.com/office/powerpoint/2010/main" val="3449884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687EC33A54A409EA5AEE64BC8B541" ma:contentTypeVersion="7" ma:contentTypeDescription="Create a new document." ma:contentTypeScope="" ma:versionID="25e53fdaf136efd65d67c912ea2e6008">
  <xsd:schema xmlns:xsd="http://www.w3.org/2001/XMLSchema" xmlns:xs="http://www.w3.org/2001/XMLSchema" xmlns:p="http://schemas.microsoft.com/office/2006/metadata/properties" xmlns:ns2="f28bd323-a8bc-4479-87a5-867dae8b5e10" targetNamespace="http://schemas.microsoft.com/office/2006/metadata/properties" ma:root="true" ma:fieldsID="4c21d507e1dbefeeaed8fa7b48caa39b" ns2:_="">
    <xsd:import namespace="f28bd323-a8bc-4479-87a5-867dae8b5e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bd323-a8bc-4479-87a5-867dae8b5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C5FE99-845D-4AFB-8140-A3FEFC31DA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A8BDA3-E53A-40FD-B203-0848CFC37D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bd323-a8bc-4479-87a5-867dae8b5e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49E2D2-CE8D-40A6-8F2A-CDFF5C40DAEC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f28bd323-a8bc-4479-87a5-867dae8b5e10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310</Words>
  <Application>Microsoft Office PowerPoint</Application>
  <PresentationFormat>Widescreen</PresentationFormat>
  <Paragraphs>159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Taher, Hamza</dc:creator>
  <cp:lastModifiedBy>Taher, Hamza</cp:lastModifiedBy>
  <cp:revision>1</cp:revision>
  <dcterms:created xsi:type="dcterms:W3CDTF">2025-10-05T12:22:53Z</dcterms:created>
  <dcterms:modified xsi:type="dcterms:W3CDTF">2026-03-08T13:00:32Z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0x010100D20687EC33A54A409EA5AEE64BC8B541</vt:lpwstr>
  </property>
</Properties>
</file>